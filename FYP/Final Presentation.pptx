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Lst>
  <p:sldSz cy="5143500" cx="9144000"/>
  <p:notesSz cx="6858000" cy="9144000"/>
  <p:embeddedFontLst>
    <p:embeddedFont>
      <p:font typeface="Bebas Neue"/>
      <p:regular r:id="rId16"/>
    </p:embeddedFont>
    <p:embeddedFont>
      <p:font typeface="Syncopate"/>
      <p:regular r:id="rId17"/>
      <p:bold r:id="rId18"/>
    </p:embeddedFont>
    <p:embeddedFont>
      <p:font typeface="Archivo"/>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D1A1CC96-36F2-42A6-B4F4-FA202A237693}">
  <a:tblStyle styleId="{D1A1CC96-36F2-42A6-B4F4-FA202A23769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D17965DD-0255-419F-9586-720A933D9A60}" styleName="Table_1">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font" Target="fonts/Archivo-bold.fntdata"/><Relationship Id="rId22" Type="http://schemas.openxmlformats.org/officeDocument/2006/relationships/font" Target="fonts/Archivo-boldItalic.fntdata"/><Relationship Id="rId21" Type="http://schemas.openxmlformats.org/officeDocument/2006/relationships/font" Target="fonts/Archivo-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Syncopate-regular.fntdata"/><Relationship Id="rId16" Type="http://schemas.openxmlformats.org/officeDocument/2006/relationships/font" Target="fonts/BebasNeue-regular.fntdata"/><Relationship Id="rId19" Type="http://schemas.openxmlformats.org/officeDocument/2006/relationships/font" Target="fonts/Archivo-regular.fntdata"/><Relationship Id="rId18" Type="http://schemas.openxmlformats.org/officeDocument/2006/relationships/font" Target="fonts/Syncopate-bold.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0" name="Shape 920"/>
        <p:cNvGrpSpPr/>
        <p:nvPr/>
      </p:nvGrpSpPr>
      <p:grpSpPr>
        <a:xfrm>
          <a:off x="0" y="0"/>
          <a:ext cx="0" cy="0"/>
          <a:chOff x="0" y="0"/>
          <a:chExt cx="0" cy="0"/>
        </a:xfrm>
      </p:grpSpPr>
      <p:sp>
        <p:nvSpPr>
          <p:cNvPr id="921" name="Google Shape;921;g4dfce81f19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2" name="Google Shape;922;g4dfce81f19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b="1" lang="en">
                <a:solidFill>
                  <a:schemeClr val="dk1"/>
                </a:solidFill>
              </a:rPr>
              <a:t>[Start of Presentation]</a:t>
            </a:r>
            <a:endParaRPr b="1">
              <a:solidFill>
                <a:schemeClr val="dk1"/>
              </a:solidFill>
            </a:endParaRPr>
          </a:p>
          <a:p>
            <a:pPr indent="0" lvl="0" marL="0" rtl="0" algn="l">
              <a:lnSpc>
                <a:spcPct val="115000"/>
              </a:lnSpc>
              <a:spcBef>
                <a:spcPts val="1200"/>
              </a:spcBef>
              <a:spcAft>
                <a:spcPts val="1200"/>
              </a:spcAft>
              <a:buClr>
                <a:schemeClr val="dk1"/>
              </a:buClr>
              <a:buSzPts val="1100"/>
              <a:buFont typeface="Arial"/>
              <a:buNone/>
            </a:pPr>
            <a:r>
              <a:rPr lang="en">
                <a:solidFill>
                  <a:schemeClr val="dk1"/>
                </a:solidFill>
              </a:rPr>
              <a:t>Welcome, everyone. Today, I'm thrilled to introduce you to AuthBook, our cutting-edge room booking and management platform. :P</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6" name="Shape 926"/>
        <p:cNvGrpSpPr/>
        <p:nvPr/>
      </p:nvGrpSpPr>
      <p:grpSpPr>
        <a:xfrm>
          <a:off x="0" y="0"/>
          <a:ext cx="0" cy="0"/>
          <a:chOff x="0" y="0"/>
          <a:chExt cx="0" cy="0"/>
        </a:xfrm>
      </p:grpSpPr>
      <p:sp>
        <p:nvSpPr>
          <p:cNvPr id="927" name="Google Shape;927;g54dda1946d_6_2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8" name="Google Shape;928;g54dda1946d_6_2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2" name="Shape 932"/>
        <p:cNvGrpSpPr/>
        <p:nvPr/>
      </p:nvGrpSpPr>
      <p:grpSpPr>
        <a:xfrm>
          <a:off x="0" y="0"/>
          <a:ext cx="0" cy="0"/>
          <a:chOff x="0" y="0"/>
          <a:chExt cx="0" cy="0"/>
        </a:xfrm>
      </p:grpSpPr>
      <p:sp>
        <p:nvSpPr>
          <p:cNvPr id="933" name="Google Shape;933;g3138ff25eb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4" name="Google Shape;934;g3138ff25eb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Introduction (ryzlan)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The Challenges(randall)</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Competitor (zakary)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Our solution (Zakary)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Demo (ryzlan)</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Business plan (ryzlan)</a:t>
            </a:r>
            <a:endParaRPr>
              <a:solidFill>
                <a:schemeClr val="dk1"/>
              </a:solidFill>
            </a:endParaRPr>
          </a:p>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7" name="Shape 947"/>
        <p:cNvGrpSpPr/>
        <p:nvPr/>
      </p:nvGrpSpPr>
      <p:grpSpPr>
        <a:xfrm>
          <a:off x="0" y="0"/>
          <a:ext cx="0" cy="0"/>
          <a:chOff x="0" y="0"/>
          <a:chExt cx="0" cy="0"/>
        </a:xfrm>
      </p:grpSpPr>
      <p:sp>
        <p:nvSpPr>
          <p:cNvPr id="948" name="Google Shape;948;g31760bc6003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9" name="Google Shape;949;g31760bc6003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 kick things off, we’ll first be discussing the challenges that all too often plague current room booking systems. (change from point to numbering)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Conflicting reservations and double booking. This occurs when more than one unrelated reservation is scheduled simultaneously for the same location. Such conflicts lead to delays, confusion and inefficiency.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topic of inefficiency, room hogging resulting in space inefficiency. As a consequence of having reservations that are separate from each other occupying the same room, this takes up a lot of space that could have been used for 1.</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 top it all off, these challenges are </a:t>
            </a:r>
            <a:r>
              <a:rPr lang="en"/>
              <a:t>compounded</a:t>
            </a:r>
            <a:r>
              <a:rPr lang="en"/>
              <a:t> by lack of updated room availability info at </a:t>
            </a:r>
            <a:r>
              <a:rPr lang="en"/>
              <a:t>single</a:t>
            </a:r>
            <a:r>
              <a:rPr lang="en"/>
              <a:t> plane. Such information will have to be viewed through more than one panel, rendering the </a:t>
            </a:r>
            <a:r>
              <a:rPr lang="en"/>
              <a:t>entire</a:t>
            </a:r>
            <a:r>
              <a:rPr lang="en"/>
              <a:t> process inconvenient and sub-optimal.</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a:t>PASS MIC TO ZAK NEXT</a:t>
            </a:r>
            <a:endParaRPr b="1"/>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7" name="Shape 957"/>
        <p:cNvGrpSpPr/>
        <p:nvPr/>
      </p:nvGrpSpPr>
      <p:grpSpPr>
        <a:xfrm>
          <a:off x="0" y="0"/>
          <a:ext cx="0" cy="0"/>
          <a:chOff x="0" y="0"/>
          <a:chExt cx="0" cy="0"/>
        </a:xfrm>
      </p:grpSpPr>
      <p:sp>
        <p:nvSpPr>
          <p:cNvPr id="958" name="Google Shape;958;g316b5a4a38d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59" name="Google Shape;959;g316b5a4a38d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a:solidFill>
                  <a:schemeClr val="dk1"/>
                </a:solidFill>
              </a:rPr>
              <a:t>Skedda &amp; Robin  ===========================================</a:t>
            </a:r>
            <a:endParaRPr b="1">
              <a:solidFill>
                <a:schemeClr val="dk1"/>
              </a:solidFill>
            </a:endParaRPr>
          </a:p>
          <a:p>
            <a:pPr indent="0" lvl="0" marL="0" rtl="0" algn="l">
              <a:spcBef>
                <a:spcPts val="0"/>
              </a:spcBef>
              <a:spcAft>
                <a:spcPts val="0"/>
              </a:spcAft>
              <a:buClr>
                <a:schemeClr val="dk1"/>
              </a:buClr>
              <a:buSzPts val="1100"/>
              <a:buFont typeface="Arial"/>
              <a:buNone/>
            </a:pPr>
            <a:r>
              <a:rPr b="1" lang="en">
                <a:solidFill>
                  <a:schemeClr val="dk1"/>
                </a:solidFill>
              </a:rPr>
              <a:t>Customization</a:t>
            </a:r>
            <a:r>
              <a:rPr lang="en">
                <a:solidFill>
                  <a:schemeClr val="dk1"/>
                </a:solidFill>
              </a:rPr>
              <a:t>: Skedda offers </a:t>
            </a:r>
            <a:r>
              <a:rPr b="1" lang="en">
                <a:solidFill>
                  <a:schemeClr val="dk1"/>
                </a:solidFill>
              </a:rPr>
              <a:t>customizable booking options</a:t>
            </a:r>
            <a:r>
              <a:rPr lang="en">
                <a:solidFill>
                  <a:schemeClr val="dk1"/>
                </a:solidFill>
              </a:rPr>
              <a:t> for different types of spaces like meeting rooms, event spaces, and classrooms. It allows users to adjust settings based on their specific needs, which is great for companies with diverse room types. Robin </a:t>
            </a:r>
            <a:r>
              <a:rPr b="1" lang="en">
                <a:solidFill>
                  <a:schemeClr val="dk1"/>
                </a:solidFill>
              </a:rPr>
              <a:t>Space Optimization</a:t>
            </a:r>
            <a:r>
              <a:rPr lang="en">
                <a:solidFill>
                  <a:schemeClr val="dk1"/>
                </a:solidFill>
              </a:rPr>
              <a:t>: Robin’s powerful space management features allow businesses to optimize room usage based on availability and demand, helping improve efficiency.</a:t>
            </a:r>
            <a:endParaRPr>
              <a:solidFill>
                <a:schemeClr val="dk1"/>
              </a:solidFill>
            </a:endParaRPr>
          </a:p>
          <a:p>
            <a:pPr indent="0" lvl="0" marL="0" rtl="0" algn="l">
              <a:spcBef>
                <a:spcPts val="0"/>
              </a:spcBef>
              <a:spcAft>
                <a:spcPts val="0"/>
              </a:spcAft>
              <a:buClr>
                <a:schemeClr val="dk1"/>
              </a:buClr>
              <a:buSzPts val="1100"/>
              <a:buFont typeface="Arial"/>
              <a:buNone/>
            </a:pPr>
            <a:r>
              <a:rPr lang="en">
                <a:solidFill>
                  <a:schemeClr val="dk1"/>
                </a:solidFill>
              </a:rPr>
              <a:t>Envoy</a:t>
            </a:r>
            <a:br>
              <a:rPr lang="en">
                <a:solidFill>
                  <a:schemeClr val="dk1"/>
                </a:solidFill>
              </a:rPr>
            </a:br>
            <a:r>
              <a:rPr b="1" lang="en">
                <a:solidFill>
                  <a:schemeClr val="dk1"/>
                </a:solidFill>
              </a:rPr>
              <a:t>User-friendly Interface</a:t>
            </a:r>
            <a:r>
              <a:rPr lang="en">
                <a:solidFill>
                  <a:schemeClr val="dk1"/>
                </a:solidFill>
              </a:rPr>
              <a:t>: Envoy provides an easy-to-navigate interface that makes room booking simple for employees, along with </a:t>
            </a:r>
            <a:r>
              <a:rPr b="1" lang="en">
                <a:solidFill>
                  <a:schemeClr val="dk1"/>
                </a:solidFill>
              </a:rPr>
              <a:t>automatic check-in</a:t>
            </a:r>
            <a:r>
              <a:rPr lang="en">
                <a:solidFill>
                  <a:schemeClr val="dk1"/>
                </a:solidFill>
              </a:rPr>
              <a:t> for users when they arrive at the offic</a:t>
            </a:r>
            <a:endParaRPr>
              <a:solidFill>
                <a:schemeClr val="dk1"/>
              </a:solidFill>
            </a:endParaRPr>
          </a:p>
          <a:p>
            <a:pPr indent="0" lvl="0" marL="0" rtl="0" algn="l">
              <a:spcBef>
                <a:spcPts val="0"/>
              </a:spcBef>
              <a:spcAft>
                <a:spcPts val="0"/>
              </a:spcAft>
              <a:buNone/>
            </a:pPr>
            <a:r>
              <a:rPr b="1" lang="en">
                <a:solidFill>
                  <a:schemeClr val="dk1"/>
                </a:solidFill>
              </a:rPr>
              <a:t>Comprehensive Analytics</a:t>
            </a:r>
            <a:r>
              <a:rPr lang="en">
                <a:solidFill>
                  <a:schemeClr val="dk1"/>
                </a:solidFill>
              </a:rPr>
              <a:t>: SpaceIQ provides excellent analytics and insights into room usage, helping organizations track how often rooms are used, when they are most booked, and which rooms are underutilized. This data helps businesses make informed decisions about space allocation.</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1" name="Shape 981"/>
        <p:cNvGrpSpPr/>
        <p:nvPr/>
      </p:nvGrpSpPr>
      <p:grpSpPr>
        <a:xfrm>
          <a:off x="0" y="0"/>
          <a:ext cx="0" cy="0"/>
          <a:chOff x="0" y="0"/>
          <a:chExt cx="0" cy="0"/>
        </a:xfrm>
      </p:grpSpPr>
      <p:sp>
        <p:nvSpPr>
          <p:cNvPr id="982" name="Google Shape;982;g31760bc6003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83" name="Google Shape;983;g31760bc6003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solidFill>
                  <a:schemeClr val="dk1"/>
                </a:solidFill>
              </a:rPr>
              <a:t>Skedda &amp; Robin  ===========================================</a:t>
            </a:r>
            <a:endParaRPr b="1">
              <a:solidFill>
                <a:schemeClr val="dk1"/>
              </a:solidFill>
            </a:endParaRPr>
          </a:p>
          <a:p>
            <a:pPr indent="0" lvl="0" marL="0" rtl="0" algn="l">
              <a:spcBef>
                <a:spcPts val="0"/>
              </a:spcBef>
              <a:spcAft>
                <a:spcPts val="0"/>
              </a:spcAft>
              <a:buNone/>
            </a:pPr>
            <a:r>
              <a:rPr b="1" lang="en">
                <a:solidFill>
                  <a:schemeClr val="dk1"/>
                </a:solidFill>
              </a:rPr>
              <a:t>Customization</a:t>
            </a:r>
            <a:r>
              <a:rPr lang="en">
                <a:solidFill>
                  <a:schemeClr val="dk1"/>
                </a:solidFill>
              </a:rPr>
              <a:t>: Skedda offers </a:t>
            </a:r>
            <a:r>
              <a:rPr b="1" lang="en">
                <a:solidFill>
                  <a:schemeClr val="dk1"/>
                </a:solidFill>
              </a:rPr>
              <a:t>customizable booking options</a:t>
            </a:r>
            <a:r>
              <a:rPr lang="en">
                <a:solidFill>
                  <a:schemeClr val="dk1"/>
                </a:solidFill>
              </a:rPr>
              <a:t> for different types of spaces like meeting rooms, event spaces, and classrooms. It allows users to adjust settings based on their specific needs, which is great for companies with diverse room types. Robin </a:t>
            </a:r>
            <a:r>
              <a:rPr b="1" lang="en">
                <a:solidFill>
                  <a:schemeClr val="dk1"/>
                </a:solidFill>
              </a:rPr>
              <a:t>Space Optimization</a:t>
            </a:r>
            <a:r>
              <a:rPr lang="en">
                <a:solidFill>
                  <a:schemeClr val="dk1"/>
                </a:solidFill>
              </a:rPr>
              <a:t>: Robin’s powerful space management features allow businesses to optimize room usage based on availability and demand, helping improve efficiency.</a:t>
            </a:r>
            <a:endParaRPr>
              <a:solidFill>
                <a:schemeClr val="dk1"/>
              </a:solidFill>
            </a:endParaRPr>
          </a:p>
          <a:p>
            <a:pPr indent="0" lvl="0" marL="0" rtl="0" algn="l">
              <a:spcBef>
                <a:spcPts val="0"/>
              </a:spcBef>
              <a:spcAft>
                <a:spcPts val="0"/>
              </a:spcAft>
              <a:buNone/>
            </a:pPr>
            <a:r>
              <a:rPr lang="en">
                <a:solidFill>
                  <a:schemeClr val="dk1"/>
                </a:solidFill>
              </a:rPr>
              <a:t>Envoy</a:t>
            </a:r>
            <a:br>
              <a:rPr lang="en">
                <a:solidFill>
                  <a:schemeClr val="dk1"/>
                </a:solidFill>
              </a:rPr>
            </a:br>
            <a:r>
              <a:rPr b="1" lang="en">
                <a:solidFill>
                  <a:schemeClr val="dk1"/>
                </a:solidFill>
              </a:rPr>
              <a:t>User-friendly Interface</a:t>
            </a:r>
            <a:r>
              <a:rPr lang="en">
                <a:solidFill>
                  <a:schemeClr val="dk1"/>
                </a:solidFill>
              </a:rPr>
              <a:t>: Envoy provides an easy-to-navigate interface that makes room booking simple for employees, along with </a:t>
            </a:r>
            <a:r>
              <a:rPr b="1" lang="en">
                <a:solidFill>
                  <a:schemeClr val="dk1"/>
                </a:solidFill>
              </a:rPr>
              <a:t>automatic check-in</a:t>
            </a:r>
            <a:r>
              <a:rPr lang="en">
                <a:solidFill>
                  <a:schemeClr val="dk1"/>
                </a:solidFill>
              </a:rPr>
              <a:t> for users when they arrive at the offic</a:t>
            </a:r>
            <a:endParaRPr>
              <a:solidFill>
                <a:schemeClr val="dk1"/>
              </a:solidFill>
            </a:endParaRPr>
          </a:p>
          <a:p>
            <a:pPr indent="0" lvl="0" marL="0" rtl="0" algn="l">
              <a:spcBef>
                <a:spcPts val="0"/>
              </a:spcBef>
              <a:spcAft>
                <a:spcPts val="0"/>
              </a:spcAft>
              <a:buNone/>
            </a:pPr>
            <a:r>
              <a:rPr b="1" lang="en">
                <a:solidFill>
                  <a:schemeClr val="dk1"/>
                </a:solidFill>
              </a:rPr>
              <a:t>Comprehensive Analytics</a:t>
            </a:r>
            <a:r>
              <a:rPr lang="en">
                <a:solidFill>
                  <a:schemeClr val="dk1"/>
                </a:solidFill>
              </a:rPr>
              <a:t>: SpaceIQ provides excellent analytics and insights into room usage, helping organizations track how often rooms are used, when they are most booked, and which rooms are underutilized. This data helps businesses make informed decisions about space allocation.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rPr lang="en">
                <a:solidFill>
                  <a:schemeClr val="dk1"/>
                </a:solidFill>
              </a:rPr>
              <a:t>.</a:t>
            </a:r>
            <a:endParaRPr>
              <a:solidFill>
                <a:schemeClr val="dk1"/>
              </a:solidFill>
            </a:endParaRPr>
          </a:p>
          <a:p>
            <a:pPr indent="0" lvl="0" marL="0" rtl="0" algn="l">
              <a:spcBef>
                <a:spcPts val="0"/>
              </a:spcBef>
              <a:spcAft>
                <a:spcPts val="0"/>
              </a:spcAft>
              <a:buClr>
                <a:schemeClr val="dk1"/>
              </a:buClr>
              <a:buSzPts val="1100"/>
              <a:buFont typeface="Arial"/>
              <a:buNone/>
            </a:pPr>
            <a:r>
              <a:t/>
            </a:r>
            <a:endParaRPr>
              <a:solidFill>
                <a:schemeClr val="dk1"/>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9" name="Shape 999"/>
        <p:cNvGrpSpPr/>
        <p:nvPr/>
      </p:nvGrpSpPr>
      <p:grpSpPr>
        <a:xfrm>
          <a:off x="0" y="0"/>
          <a:ext cx="0" cy="0"/>
          <a:chOff x="0" y="0"/>
          <a:chExt cx="0" cy="0"/>
        </a:xfrm>
      </p:grpSpPr>
      <p:sp>
        <p:nvSpPr>
          <p:cNvPr id="1000" name="Google Shape;1000;g315990a310e_0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1" name="Google Shape;1001;g315990a310e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rPr lang="en">
                <a:solidFill>
                  <a:schemeClr val="dk1"/>
                </a:solidFill>
              </a:rPr>
              <a:t>Let’s see how our system, AuthBook, addresses the issues discovered in the previous slides.</a:t>
            </a:r>
            <a:br>
              <a:rPr lang="en">
                <a:solidFill>
                  <a:schemeClr val="dk1"/>
                </a:solidFill>
              </a:rPr>
            </a:br>
            <a:br>
              <a:rPr lang="en">
                <a:solidFill>
                  <a:schemeClr val="dk1"/>
                </a:solidFill>
              </a:rPr>
            </a:br>
            <a:r>
              <a:rPr lang="en">
                <a:solidFill>
                  <a:schemeClr val="dk1"/>
                </a:solidFill>
              </a:rPr>
              <a:t>Admin can see the database and call the person if the person never turn up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en">
                <a:solidFill>
                  <a:schemeClr val="dk1"/>
                </a:solidFill>
              </a:rPr>
              <a:t>Demo after</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8" name="Shape 1008"/>
        <p:cNvGrpSpPr/>
        <p:nvPr/>
      </p:nvGrpSpPr>
      <p:grpSpPr>
        <a:xfrm>
          <a:off x="0" y="0"/>
          <a:ext cx="0" cy="0"/>
          <a:chOff x="0" y="0"/>
          <a:chExt cx="0" cy="0"/>
        </a:xfrm>
      </p:grpSpPr>
      <p:sp>
        <p:nvSpPr>
          <p:cNvPr id="1009" name="Google Shape;1009;g31760bc6003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0" name="Google Shape;1010;g31760bc6003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t/>
            </a:r>
            <a:endParaRPr>
              <a:solidFill>
                <a:schemeClr val="dk1"/>
              </a:solidFill>
            </a:endParaRPr>
          </a:p>
          <a:p>
            <a:pPr indent="0" lvl="0" marL="0" rtl="0" algn="l">
              <a:spcBef>
                <a:spcPts val="1200"/>
              </a:spcBef>
              <a:spcAft>
                <a:spcPts val="0"/>
              </a:spcAft>
              <a:buNone/>
            </a:pPr>
            <a:r>
              <a:t/>
            </a:r>
            <a:endParaRPr>
              <a:solidFill>
                <a:schemeClr val="dk1"/>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4" name="Shape 1014"/>
        <p:cNvGrpSpPr/>
        <p:nvPr/>
      </p:nvGrpSpPr>
      <p:grpSpPr>
        <a:xfrm>
          <a:off x="0" y="0"/>
          <a:ext cx="0" cy="0"/>
          <a:chOff x="0" y="0"/>
          <a:chExt cx="0" cy="0"/>
        </a:xfrm>
      </p:grpSpPr>
      <p:sp>
        <p:nvSpPr>
          <p:cNvPr id="1015" name="Google Shape;1015;g31466d3098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6" name="Google Shape;1016;g31466d3098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4" name="Shape 1024"/>
        <p:cNvGrpSpPr/>
        <p:nvPr/>
      </p:nvGrpSpPr>
      <p:grpSpPr>
        <a:xfrm>
          <a:off x="0" y="0"/>
          <a:ext cx="0" cy="0"/>
          <a:chOff x="0" y="0"/>
          <a:chExt cx="0" cy="0"/>
        </a:xfrm>
      </p:grpSpPr>
      <p:sp>
        <p:nvSpPr>
          <p:cNvPr id="1025" name="Google Shape;1025;g315990a310e_0_1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26" name="Google Shape;1026;g315990a310e_0_1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MONEY</a:t>
            </a:r>
            <a:endParaRPr/>
          </a:p>
          <a:p>
            <a:pPr indent="0" lvl="0" marL="0" rtl="0" algn="l">
              <a:spcBef>
                <a:spcPts val="0"/>
              </a:spcBef>
              <a:spcAft>
                <a:spcPts val="0"/>
              </a:spcAft>
              <a:buNone/>
            </a:pPr>
            <a:r>
              <a:rPr lang="en"/>
              <a:t>HOW MUCH</a:t>
            </a:r>
            <a:endParaRPr/>
          </a:p>
          <a:p>
            <a:pPr indent="0" lvl="0" marL="0" rtl="0" algn="l">
              <a:spcBef>
                <a:spcPts val="0"/>
              </a:spcBef>
              <a:spcAft>
                <a:spcPts val="0"/>
              </a:spcAft>
              <a:buNone/>
            </a:pPr>
            <a:r>
              <a:rPr lang="en"/>
              <a:t>2 MILLION FOR 10%</a:t>
            </a:r>
            <a:endParaRPr/>
          </a:p>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hyperlink" Target="https://bit.ly/3A1uf1Q" TargetMode="External"/><Relationship Id="rId4" Type="http://schemas.openxmlformats.org/officeDocument/2006/relationships/hyperlink" Target="http://bit.ly/2TyoMsr" TargetMode="External"/><Relationship Id="rId5" Type="http://schemas.openxmlformats.org/officeDocument/2006/relationships/hyperlink" Target="http://bit.ly/2TtBDfr" TargetMode="Externa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pic>
        <p:nvPicPr>
          <p:cNvPr id="9" name="Google Shape;9;p2"/>
          <p:cNvPicPr preferRelativeResize="0"/>
          <p:nvPr/>
        </p:nvPicPr>
        <p:blipFill>
          <a:blip r:embed="rId2">
            <a:alphaModFix/>
          </a:blip>
          <a:stretch>
            <a:fillRect/>
          </a:stretch>
        </p:blipFill>
        <p:spPr>
          <a:xfrm>
            <a:off x="75" y="0"/>
            <a:ext cx="9144003" cy="5143501"/>
          </a:xfrm>
          <a:prstGeom prst="rect">
            <a:avLst/>
          </a:prstGeom>
          <a:noFill/>
          <a:ln>
            <a:noFill/>
          </a:ln>
        </p:spPr>
      </p:pic>
      <p:sp>
        <p:nvSpPr>
          <p:cNvPr id="10" name="Google Shape;10;p2"/>
          <p:cNvSpPr txBox="1"/>
          <p:nvPr>
            <p:ph type="ctrTitle"/>
          </p:nvPr>
        </p:nvSpPr>
        <p:spPr>
          <a:xfrm>
            <a:off x="2003700" y="1668350"/>
            <a:ext cx="5120400" cy="1442700"/>
          </a:xfrm>
          <a:prstGeom prst="rect">
            <a:avLst/>
          </a:prstGeom>
        </p:spPr>
        <p:txBody>
          <a:bodyPr anchorCtr="0" anchor="b" bIns="91425" lIns="91425" spcFirstLastPara="1" rIns="91425" wrap="square" tIns="91425">
            <a:noAutofit/>
          </a:bodyPr>
          <a:lstStyle>
            <a:lvl1pPr lvl="0" algn="ctr">
              <a:lnSpc>
                <a:spcPct val="90000"/>
              </a:lnSpc>
              <a:spcBef>
                <a:spcPts val="0"/>
              </a:spcBef>
              <a:spcAft>
                <a:spcPts val="0"/>
              </a:spcAft>
              <a:buClr>
                <a:srgbClr val="191919"/>
              </a:buClr>
              <a:buSzPts val="5200"/>
              <a:buNone/>
              <a:defRPr sz="46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11" name="Google Shape;11;p2"/>
          <p:cNvSpPr txBox="1"/>
          <p:nvPr>
            <p:ph idx="1" type="subTitle"/>
          </p:nvPr>
        </p:nvSpPr>
        <p:spPr>
          <a:xfrm>
            <a:off x="2003700" y="2999350"/>
            <a:ext cx="5120400" cy="4758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1400"/>
              <a:buNone/>
              <a:defRPr sz="1600">
                <a:solidFill>
                  <a:schemeClr val="dk1"/>
                </a:solidFill>
              </a:defRPr>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12" name="Google Shape;12;p2"/>
          <p:cNvGrpSpPr/>
          <p:nvPr/>
        </p:nvGrpSpPr>
        <p:grpSpPr>
          <a:xfrm>
            <a:off x="363750" y="272938"/>
            <a:ext cx="8416499" cy="4597625"/>
            <a:chOff x="363750" y="272938"/>
            <a:chExt cx="8416499" cy="4597625"/>
          </a:xfrm>
        </p:grpSpPr>
        <p:pic>
          <p:nvPicPr>
            <p:cNvPr id="13" name="Google Shape;13;p2"/>
            <p:cNvPicPr preferRelativeResize="0"/>
            <p:nvPr/>
          </p:nvPicPr>
          <p:blipFill>
            <a:blip r:embed="rId3">
              <a:alphaModFix/>
            </a:blip>
            <a:stretch>
              <a:fillRect/>
            </a:stretch>
          </p:blipFill>
          <p:spPr>
            <a:xfrm>
              <a:off x="363750" y="4551863"/>
              <a:ext cx="2007499" cy="318700"/>
            </a:xfrm>
            <a:prstGeom prst="rect">
              <a:avLst/>
            </a:prstGeom>
            <a:noFill/>
            <a:ln>
              <a:noFill/>
            </a:ln>
          </p:spPr>
        </p:pic>
        <p:pic>
          <p:nvPicPr>
            <p:cNvPr id="14" name="Google Shape;14;p2"/>
            <p:cNvPicPr preferRelativeResize="0"/>
            <p:nvPr/>
          </p:nvPicPr>
          <p:blipFill>
            <a:blip r:embed="rId3">
              <a:alphaModFix/>
            </a:blip>
            <a:stretch>
              <a:fillRect/>
            </a:stretch>
          </p:blipFill>
          <p:spPr>
            <a:xfrm>
              <a:off x="6772750" y="272938"/>
              <a:ext cx="2007499" cy="318700"/>
            </a:xfrm>
            <a:prstGeom prst="rect">
              <a:avLst/>
            </a:prstGeom>
            <a:noFill/>
            <a:ln>
              <a:noFill/>
            </a:ln>
          </p:spPr>
        </p:pic>
      </p:grpSp>
      <p:grpSp>
        <p:nvGrpSpPr>
          <p:cNvPr id="15" name="Google Shape;15;p2"/>
          <p:cNvGrpSpPr/>
          <p:nvPr/>
        </p:nvGrpSpPr>
        <p:grpSpPr>
          <a:xfrm>
            <a:off x="795973" y="186076"/>
            <a:ext cx="8027150" cy="4708575"/>
            <a:chOff x="795973" y="186076"/>
            <a:chExt cx="8027150" cy="4708575"/>
          </a:xfrm>
        </p:grpSpPr>
        <p:sp>
          <p:nvSpPr>
            <p:cNvPr id="16" name="Google Shape;16;p2"/>
            <p:cNvSpPr/>
            <p:nvPr/>
          </p:nvSpPr>
          <p:spPr>
            <a:xfrm>
              <a:off x="795973" y="288087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 name="Google Shape;17;p2"/>
            <p:cNvSpPr/>
            <p:nvPr/>
          </p:nvSpPr>
          <p:spPr>
            <a:xfrm>
              <a:off x="8745423" y="11251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 name="Google Shape;18;p2"/>
            <p:cNvSpPr/>
            <p:nvPr/>
          </p:nvSpPr>
          <p:spPr>
            <a:xfrm>
              <a:off x="3991698" y="48169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9" name="Google Shape;19;p2"/>
            <p:cNvSpPr/>
            <p:nvPr/>
          </p:nvSpPr>
          <p:spPr>
            <a:xfrm>
              <a:off x="3991698" y="1860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20" name="Google Shape;20;p2"/>
          <p:cNvGrpSpPr/>
          <p:nvPr/>
        </p:nvGrpSpPr>
        <p:grpSpPr>
          <a:xfrm>
            <a:off x="5210922" y="2075584"/>
            <a:ext cx="4252789" cy="3328719"/>
            <a:chOff x="5210922" y="2075584"/>
            <a:chExt cx="4252789" cy="3328719"/>
          </a:xfrm>
        </p:grpSpPr>
        <p:grpSp>
          <p:nvGrpSpPr>
            <p:cNvPr id="21" name="Google Shape;21;p2"/>
            <p:cNvGrpSpPr/>
            <p:nvPr/>
          </p:nvGrpSpPr>
          <p:grpSpPr>
            <a:xfrm rot="10800000">
              <a:off x="8487318" y="4095345"/>
              <a:ext cx="438336" cy="939067"/>
              <a:chOff x="327075" y="263775"/>
              <a:chExt cx="576228" cy="1234478"/>
            </a:xfrm>
          </p:grpSpPr>
          <p:sp>
            <p:nvSpPr>
              <p:cNvPr id="22" name="Google Shape;22;p2"/>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3" name="Google Shape;23;p2"/>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4" name="Google Shape;24;p2"/>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5" name="Google Shape;25;p2"/>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6" name="Google Shape;26;p2"/>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7" name="Google Shape;27;p2"/>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8" name="Google Shape;28;p2"/>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9" name="Google Shape;29;p2"/>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0" name="Google Shape;30;p2"/>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1" name="Google Shape;31;p2"/>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2" name="Google Shape;32;p2"/>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
          <p:nvSpPr>
            <p:cNvPr id="33" name="Google Shape;33;p2"/>
            <p:cNvSpPr/>
            <p:nvPr/>
          </p:nvSpPr>
          <p:spPr>
            <a:xfrm rot="10800000">
              <a:off x="8379063" y="2339620"/>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nvGrpSpPr>
            <p:cNvPr id="34" name="Google Shape;34;p2"/>
            <p:cNvGrpSpPr/>
            <p:nvPr/>
          </p:nvGrpSpPr>
          <p:grpSpPr>
            <a:xfrm>
              <a:off x="5210922" y="2075584"/>
              <a:ext cx="4252789" cy="3328719"/>
              <a:chOff x="5210922" y="2075584"/>
              <a:chExt cx="4252789" cy="3328719"/>
            </a:xfrm>
          </p:grpSpPr>
          <p:sp>
            <p:nvSpPr>
              <p:cNvPr id="35" name="Google Shape;35;p2"/>
              <p:cNvSpPr/>
              <p:nvPr/>
            </p:nvSpPr>
            <p:spPr>
              <a:xfrm rot="10800000">
                <a:off x="5210922" y="2075584"/>
                <a:ext cx="4057651" cy="322262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 name="Google Shape;36;p2"/>
              <p:cNvSpPr/>
              <p:nvPr/>
            </p:nvSpPr>
            <p:spPr>
              <a:xfrm rot="10800000">
                <a:off x="6174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7" name="Google Shape;37;p2"/>
              <p:cNvSpPr/>
              <p:nvPr/>
            </p:nvSpPr>
            <p:spPr>
              <a:xfrm rot="10800000">
                <a:off x="7382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38" name="Google Shape;38;p2"/>
              <p:cNvCxnSpPr/>
              <p:nvPr/>
            </p:nvCxnSpPr>
            <p:spPr>
              <a:xfrm flipH="1" rot="10800000">
                <a:off x="7459111"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39" name="Google Shape;39;p2"/>
              <p:cNvGrpSpPr/>
              <p:nvPr/>
            </p:nvGrpSpPr>
            <p:grpSpPr>
              <a:xfrm rot="10800000">
                <a:off x="6207139" y="2556191"/>
                <a:ext cx="2953888" cy="2742009"/>
                <a:chOff x="5398760" y="2293721"/>
                <a:chExt cx="2953888" cy="2742009"/>
              </a:xfrm>
            </p:grpSpPr>
            <p:sp>
              <p:nvSpPr>
                <p:cNvPr id="40" name="Google Shape;40;p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1" name="Google Shape;41;p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 name="Google Shape;42;p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43" name="Google Shape;43;p2"/>
              <p:cNvGrpSpPr/>
              <p:nvPr/>
            </p:nvGrpSpPr>
            <p:grpSpPr>
              <a:xfrm rot="10800000">
                <a:off x="5716984" y="2621504"/>
                <a:ext cx="2383606" cy="2130790"/>
                <a:chOff x="2439425" y="817125"/>
                <a:chExt cx="2884325" cy="2578400"/>
              </a:xfrm>
            </p:grpSpPr>
            <p:sp>
              <p:nvSpPr>
                <p:cNvPr id="44" name="Google Shape;44;p2"/>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45" name="Google Shape;45;p2"/>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46" name="Google Shape;46;p2"/>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7" name="Google Shape;47;p2"/>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 name="Google Shape;48;p2"/>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9" name="Google Shape;49;p2"/>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grpSp>
        <p:nvGrpSpPr>
          <p:cNvPr id="50" name="Google Shape;50;p2"/>
          <p:cNvGrpSpPr/>
          <p:nvPr/>
        </p:nvGrpSpPr>
        <p:grpSpPr>
          <a:xfrm>
            <a:off x="-287175" y="-182307"/>
            <a:ext cx="4252789" cy="3328719"/>
            <a:chOff x="-287175" y="-182307"/>
            <a:chExt cx="4252789" cy="3328719"/>
          </a:xfrm>
        </p:grpSpPr>
        <p:grpSp>
          <p:nvGrpSpPr>
            <p:cNvPr id="51" name="Google Shape;51;p2"/>
            <p:cNvGrpSpPr/>
            <p:nvPr/>
          </p:nvGrpSpPr>
          <p:grpSpPr>
            <a:xfrm>
              <a:off x="250881" y="187584"/>
              <a:ext cx="438336" cy="939067"/>
              <a:chOff x="327075" y="263775"/>
              <a:chExt cx="576228" cy="1234478"/>
            </a:xfrm>
          </p:grpSpPr>
          <p:sp>
            <p:nvSpPr>
              <p:cNvPr id="52" name="Google Shape;52;p2"/>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3" name="Google Shape;53;p2"/>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4" name="Google Shape;54;p2"/>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 name="Google Shape;55;p2"/>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 name="Google Shape;56;p2"/>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7" name="Google Shape;57;p2"/>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 name="Google Shape;58;p2"/>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9" name="Google Shape;59;p2"/>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0" name="Google Shape;60;p2"/>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1" name="Google Shape;61;p2"/>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2" name="Google Shape;62;p2"/>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63" name="Google Shape;63;p2"/>
            <p:cNvGrpSpPr/>
            <p:nvPr/>
          </p:nvGrpSpPr>
          <p:grpSpPr>
            <a:xfrm>
              <a:off x="-287175" y="-182307"/>
              <a:ext cx="4252789" cy="3328719"/>
              <a:chOff x="-287175" y="-182307"/>
              <a:chExt cx="4252789" cy="3328719"/>
            </a:xfrm>
          </p:grpSpPr>
          <p:sp>
            <p:nvSpPr>
              <p:cNvPr id="64" name="Google Shape;64;p2"/>
              <p:cNvSpPr/>
              <p:nvPr/>
            </p:nvSpPr>
            <p:spPr>
              <a:xfrm>
                <a:off x="-92037" y="-76212"/>
                <a:ext cx="4057651" cy="322262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5" name="Google Shape;65;p2"/>
              <p:cNvSpPr/>
              <p:nvPr/>
            </p:nvSpPr>
            <p:spPr>
              <a:xfrm>
                <a:off x="-76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6" name="Google Shape;66;p2"/>
              <p:cNvSpPr/>
              <p:nvPr/>
            </p:nvSpPr>
            <p:spPr>
              <a:xfrm>
                <a:off x="-97890" y="-182307"/>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67" name="Google Shape;67;p2"/>
              <p:cNvCxnSpPr/>
              <p:nvPr/>
            </p:nvCxnSpPr>
            <p:spPr>
              <a:xfrm flipH="1">
                <a:off x="-287175" y="-128900"/>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68" name="Google Shape;68;p2"/>
              <p:cNvGrpSpPr/>
              <p:nvPr/>
            </p:nvGrpSpPr>
            <p:grpSpPr>
              <a:xfrm>
                <a:off x="15510" y="-76204"/>
                <a:ext cx="2953888" cy="2742009"/>
                <a:chOff x="5398760" y="2293721"/>
                <a:chExt cx="2953888" cy="2742009"/>
              </a:xfrm>
            </p:grpSpPr>
            <p:sp>
              <p:nvSpPr>
                <p:cNvPr id="69" name="Google Shape;69;p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0" name="Google Shape;70;p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71" name="Google Shape;71;p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72" name="Google Shape;72;p2"/>
              <p:cNvGrpSpPr/>
              <p:nvPr/>
            </p:nvGrpSpPr>
            <p:grpSpPr>
              <a:xfrm>
                <a:off x="1075946" y="469703"/>
                <a:ext cx="2383606" cy="2130790"/>
                <a:chOff x="2439425" y="817125"/>
                <a:chExt cx="2884325" cy="2578400"/>
              </a:xfrm>
            </p:grpSpPr>
            <p:sp>
              <p:nvSpPr>
                <p:cNvPr id="73" name="Google Shape;73;p2"/>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74" name="Google Shape;74;p2"/>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75" name="Google Shape;75;p2"/>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6" name="Google Shape;76;p2"/>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7" name="Google Shape;77;p2"/>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8" name="Google Shape;78;p2"/>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9" name="Shape 79"/>
        <p:cNvGrpSpPr/>
        <p:nvPr/>
      </p:nvGrpSpPr>
      <p:grpSpPr>
        <a:xfrm>
          <a:off x="0" y="0"/>
          <a:ext cx="0" cy="0"/>
          <a:chOff x="0" y="0"/>
          <a:chExt cx="0" cy="0"/>
        </a:xfrm>
      </p:grpSpPr>
      <p:pic>
        <p:nvPicPr>
          <p:cNvPr id="80" name="Google Shape;80;p3"/>
          <p:cNvPicPr preferRelativeResize="0"/>
          <p:nvPr/>
        </p:nvPicPr>
        <p:blipFill>
          <a:blip r:embed="rId2">
            <a:alphaModFix/>
          </a:blip>
          <a:stretch>
            <a:fillRect/>
          </a:stretch>
        </p:blipFill>
        <p:spPr>
          <a:xfrm>
            <a:off x="75" y="0"/>
            <a:ext cx="9144003" cy="5143501"/>
          </a:xfrm>
          <a:prstGeom prst="rect">
            <a:avLst/>
          </a:prstGeom>
          <a:noFill/>
          <a:ln>
            <a:noFill/>
          </a:ln>
        </p:spPr>
      </p:pic>
      <p:sp>
        <p:nvSpPr>
          <p:cNvPr id="81" name="Google Shape;81;p3"/>
          <p:cNvSpPr txBox="1"/>
          <p:nvPr>
            <p:ph type="title"/>
          </p:nvPr>
        </p:nvSpPr>
        <p:spPr>
          <a:xfrm>
            <a:off x="2038200" y="2397048"/>
            <a:ext cx="5067600" cy="13926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4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82" name="Google Shape;82;p3"/>
          <p:cNvSpPr txBox="1"/>
          <p:nvPr>
            <p:ph hasCustomPrompt="1" idx="2" type="title"/>
          </p:nvPr>
        </p:nvSpPr>
        <p:spPr>
          <a:xfrm>
            <a:off x="3916000" y="1068077"/>
            <a:ext cx="1312200" cy="12261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62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3" name="Google Shape;83;p3"/>
          <p:cNvSpPr txBox="1"/>
          <p:nvPr>
            <p:ph idx="1" type="subTitle"/>
          </p:nvPr>
        </p:nvSpPr>
        <p:spPr>
          <a:xfrm>
            <a:off x="2038200" y="3700423"/>
            <a:ext cx="5067600" cy="3750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84" name="Google Shape;84;p3"/>
          <p:cNvGrpSpPr/>
          <p:nvPr/>
        </p:nvGrpSpPr>
        <p:grpSpPr>
          <a:xfrm>
            <a:off x="422075" y="272938"/>
            <a:ext cx="8358174" cy="4649750"/>
            <a:chOff x="422075" y="272938"/>
            <a:chExt cx="8358174" cy="4649750"/>
          </a:xfrm>
        </p:grpSpPr>
        <p:pic>
          <p:nvPicPr>
            <p:cNvPr id="85" name="Google Shape;85;p3"/>
            <p:cNvPicPr preferRelativeResize="0"/>
            <p:nvPr/>
          </p:nvPicPr>
          <p:blipFill>
            <a:blip r:embed="rId3">
              <a:alphaModFix/>
            </a:blip>
            <a:stretch>
              <a:fillRect/>
            </a:stretch>
          </p:blipFill>
          <p:spPr>
            <a:xfrm>
              <a:off x="6772750" y="272938"/>
              <a:ext cx="2007499" cy="318700"/>
            </a:xfrm>
            <a:prstGeom prst="rect">
              <a:avLst/>
            </a:prstGeom>
            <a:noFill/>
            <a:ln>
              <a:noFill/>
            </a:ln>
          </p:spPr>
        </p:pic>
        <p:pic>
          <p:nvPicPr>
            <p:cNvPr id="86" name="Google Shape;86;p3"/>
            <p:cNvPicPr preferRelativeResize="0"/>
            <p:nvPr/>
          </p:nvPicPr>
          <p:blipFill>
            <a:blip r:embed="rId3">
              <a:alphaModFix/>
            </a:blip>
            <a:stretch>
              <a:fillRect/>
            </a:stretch>
          </p:blipFill>
          <p:spPr>
            <a:xfrm>
              <a:off x="422075" y="4603988"/>
              <a:ext cx="2007499" cy="318700"/>
            </a:xfrm>
            <a:prstGeom prst="rect">
              <a:avLst/>
            </a:prstGeom>
            <a:noFill/>
            <a:ln>
              <a:noFill/>
            </a:ln>
          </p:spPr>
        </p:pic>
      </p:grpSp>
      <p:grpSp>
        <p:nvGrpSpPr>
          <p:cNvPr id="87" name="Google Shape;87;p3"/>
          <p:cNvGrpSpPr/>
          <p:nvPr/>
        </p:nvGrpSpPr>
        <p:grpSpPr>
          <a:xfrm>
            <a:off x="344373" y="438451"/>
            <a:ext cx="8346250" cy="4379600"/>
            <a:chOff x="344373" y="438451"/>
            <a:chExt cx="8346250" cy="4379600"/>
          </a:xfrm>
        </p:grpSpPr>
        <p:sp>
          <p:nvSpPr>
            <p:cNvPr id="88" name="Google Shape;88;p3"/>
            <p:cNvSpPr/>
            <p:nvPr/>
          </p:nvSpPr>
          <p:spPr>
            <a:xfrm>
              <a:off x="8612923" y="16146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 name="Google Shape;89;p3"/>
            <p:cNvSpPr/>
            <p:nvPr/>
          </p:nvSpPr>
          <p:spPr>
            <a:xfrm>
              <a:off x="4758448" y="47403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 name="Google Shape;90;p3"/>
            <p:cNvSpPr/>
            <p:nvPr/>
          </p:nvSpPr>
          <p:spPr>
            <a:xfrm>
              <a:off x="4929698" y="4384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1" name="Google Shape;91;p3"/>
            <p:cNvSpPr/>
            <p:nvPr/>
          </p:nvSpPr>
          <p:spPr>
            <a:xfrm>
              <a:off x="344373" y="31808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92" name="Google Shape;92;p3"/>
          <p:cNvGrpSpPr/>
          <p:nvPr/>
        </p:nvGrpSpPr>
        <p:grpSpPr>
          <a:xfrm>
            <a:off x="-347226" y="-3"/>
            <a:ext cx="3429974" cy="2460899"/>
            <a:chOff x="-347226" y="-3"/>
            <a:chExt cx="3429974" cy="2460899"/>
          </a:xfrm>
        </p:grpSpPr>
        <p:sp>
          <p:nvSpPr>
            <p:cNvPr id="93" name="Google Shape;93;p3"/>
            <p:cNvSpPr/>
            <p:nvPr/>
          </p:nvSpPr>
          <p:spPr>
            <a:xfrm>
              <a:off x="-15828" y="-3"/>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4" name="Google Shape;94;p3"/>
            <p:cNvSpPr/>
            <p:nvPr/>
          </p:nvSpPr>
          <p:spPr>
            <a:xfrm>
              <a:off x="-15826"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95" name="Google Shape;95;p3"/>
            <p:cNvGrpSpPr/>
            <p:nvPr/>
          </p:nvGrpSpPr>
          <p:grpSpPr>
            <a:xfrm>
              <a:off x="-347226" y="674081"/>
              <a:ext cx="3153725" cy="940604"/>
              <a:chOff x="-104552" y="1952776"/>
              <a:chExt cx="5543549" cy="1653374"/>
            </a:xfrm>
          </p:grpSpPr>
          <p:sp>
            <p:nvSpPr>
              <p:cNvPr id="96" name="Google Shape;96;p3"/>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7" name="Google Shape;97;p3"/>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8" name="Google Shape;98;p3"/>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9" name="Google Shape;99;p3"/>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0" name="Google Shape;100;p3"/>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101" name="Google Shape;101;p3"/>
          <p:cNvGrpSpPr/>
          <p:nvPr/>
        </p:nvGrpSpPr>
        <p:grpSpPr>
          <a:xfrm>
            <a:off x="6071578" y="2682610"/>
            <a:ext cx="3429974" cy="2460899"/>
            <a:chOff x="6071578" y="2682610"/>
            <a:chExt cx="3429974" cy="2460899"/>
          </a:xfrm>
        </p:grpSpPr>
        <p:sp>
          <p:nvSpPr>
            <p:cNvPr id="102" name="Google Shape;102;p3"/>
            <p:cNvSpPr/>
            <p:nvPr/>
          </p:nvSpPr>
          <p:spPr>
            <a:xfrm rot="10800000">
              <a:off x="6071578" y="2682610"/>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3" name="Google Shape;103;p3"/>
            <p:cNvSpPr/>
            <p:nvPr/>
          </p:nvSpPr>
          <p:spPr>
            <a:xfrm rot="10800000">
              <a:off x="6887399" y="4552256"/>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04" name="Google Shape;104;p3"/>
            <p:cNvGrpSpPr/>
            <p:nvPr/>
          </p:nvGrpSpPr>
          <p:grpSpPr>
            <a:xfrm rot="10800000">
              <a:off x="6347827" y="3528820"/>
              <a:ext cx="3153725" cy="940604"/>
              <a:chOff x="-104552" y="1952776"/>
              <a:chExt cx="5543549" cy="1653374"/>
            </a:xfrm>
          </p:grpSpPr>
          <p:sp>
            <p:nvSpPr>
              <p:cNvPr id="105" name="Google Shape;105;p3"/>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6" name="Google Shape;106;p3"/>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7" name="Google Shape;107;p3"/>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8" name="Google Shape;108;p3"/>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109" name="Google Shape;109;p3"/>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0" name="Shape 110"/>
        <p:cNvGrpSpPr/>
        <p:nvPr/>
      </p:nvGrpSpPr>
      <p:grpSpPr>
        <a:xfrm>
          <a:off x="0" y="0"/>
          <a:ext cx="0" cy="0"/>
          <a:chOff x="0" y="0"/>
          <a:chExt cx="0" cy="0"/>
        </a:xfrm>
      </p:grpSpPr>
      <p:pic>
        <p:nvPicPr>
          <p:cNvPr id="111" name="Google Shape;111;p4"/>
          <p:cNvPicPr preferRelativeResize="0"/>
          <p:nvPr/>
        </p:nvPicPr>
        <p:blipFill>
          <a:blip r:embed="rId2">
            <a:alphaModFix/>
          </a:blip>
          <a:stretch>
            <a:fillRect/>
          </a:stretch>
        </p:blipFill>
        <p:spPr>
          <a:xfrm>
            <a:off x="75" y="0"/>
            <a:ext cx="9144003" cy="5143501"/>
          </a:xfrm>
          <a:prstGeom prst="rect">
            <a:avLst/>
          </a:prstGeom>
          <a:noFill/>
          <a:ln>
            <a:noFill/>
          </a:ln>
        </p:spPr>
      </p:pic>
      <p:sp>
        <p:nvSpPr>
          <p:cNvPr id="112" name="Google Shape;112;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3" name="Google Shape;113;p4"/>
          <p:cNvSpPr txBox="1"/>
          <p:nvPr>
            <p:ph idx="1" type="body"/>
          </p:nvPr>
        </p:nvSpPr>
        <p:spPr>
          <a:xfrm>
            <a:off x="720000" y="1215752"/>
            <a:ext cx="7704000" cy="34164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SzPts val="1400"/>
              <a:buFont typeface="Nunito Light"/>
              <a:buChar char="●"/>
              <a:defRPr/>
            </a:lvl1pPr>
            <a:lvl2pPr indent="-317500" lvl="1" marL="914400" rtl="0">
              <a:lnSpc>
                <a:spcPct val="100000"/>
              </a:lnSpc>
              <a:spcBef>
                <a:spcPts val="0"/>
              </a:spcBef>
              <a:spcAft>
                <a:spcPts val="0"/>
              </a:spcAft>
              <a:buSzPts val="1400"/>
              <a:buFont typeface="Nunito Light"/>
              <a:buChar char="○"/>
              <a:defRPr/>
            </a:lvl2pPr>
            <a:lvl3pPr indent="-317500" lvl="2" marL="1371600" rtl="0">
              <a:lnSpc>
                <a:spcPct val="100000"/>
              </a:lnSpc>
              <a:spcBef>
                <a:spcPts val="0"/>
              </a:spcBef>
              <a:spcAft>
                <a:spcPts val="0"/>
              </a:spcAft>
              <a:buSzPts val="1400"/>
              <a:buFont typeface="Nunito Light"/>
              <a:buChar char="■"/>
              <a:defRPr/>
            </a:lvl3pPr>
            <a:lvl4pPr indent="-317500" lvl="3" marL="1828800" rtl="0">
              <a:lnSpc>
                <a:spcPct val="100000"/>
              </a:lnSpc>
              <a:spcBef>
                <a:spcPts val="0"/>
              </a:spcBef>
              <a:spcAft>
                <a:spcPts val="0"/>
              </a:spcAft>
              <a:buSzPts val="1400"/>
              <a:buFont typeface="Nunito Light"/>
              <a:buChar char="●"/>
              <a:defRPr/>
            </a:lvl4pPr>
            <a:lvl5pPr indent="-317500" lvl="4" marL="2286000" rtl="0">
              <a:lnSpc>
                <a:spcPct val="100000"/>
              </a:lnSpc>
              <a:spcBef>
                <a:spcPts val="0"/>
              </a:spcBef>
              <a:spcAft>
                <a:spcPts val="0"/>
              </a:spcAft>
              <a:buSzPts val="1400"/>
              <a:buFont typeface="Nunito Light"/>
              <a:buChar char="○"/>
              <a:defRPr/>
            </a:lvl5pPr>
            <a:lvl6pPr indent="-317500" lvl="5" marL="2743200" rtl="0">
              <a:lnSpc>
                <a:spcPct val="100000"/>
              </a:lnSpc>
              <a:spcBef>
                <a:spcPts val="0"/>
              </a:spcBef>
              <a:spcAft>
                <a:spcPts val="0"/>
              </a:spcAft>
              <a:buSzPts val="1400"/>
              <a:buFont typeface="Nunito Light"/>
              <a:buChar char="■"/>
              <a:defRPr/>
            </a:lvl6pPr>
            <a:lvl7pPr indent="-317500" lvl="6" marL="3200400" rtl="0">
              <a:lnSpc>
                <a:spcPct val="100000"/>
              </a:lnSpc>
              <a:spcBef>
                <a:spcPts val="0"/>
              </a:spcBef>
              <a:spcAft>
                <a:spcPts val="0"/>
              </a:spcAft>
              <a:buSzPts val="1400"/>
              <a:buFont typeface="Nunito Light"/>
              <a:buChar char="●"/>
              <a:defRPr/>
            </a:lvl7pPr>
            <a:lvl8pPr indent="-317500" lvl="7" marL="3657600" rtl="0">
              <a:lnSpc>
                <a:spcPct val="100000"/>
              </a:lnSpc>
              <a:spcBef>
                <a:spcPts val="0"/>
              </a:spcBef>
              <a:spcAft>
                <a:spcPts val="0"/>
              </a:spcAft>
              <a:buSzPts val="1400"/>
              <a:buFont typeface="Nunito Light"/>
              <a:buChar char="○"/>
              <a:defRPr/>
            </a:lvl8pPr>
            <a:lvl9pPr indent="-317500" lvl="8" marL="4114800" rtl="0">
              <a:lnSpc>
                <a:spcPct val="100000"/>
              </a:lnSpc>
              <a:spcBef>
                <a:spcPts val="0"/>
              </a:spcBef>
              <a:spcAft>
                <a:spcPts val="0"/>
              </a:spcAft>
              <a:buSzPts val="1400"/>
              <a:buFont typeface="Nunito Light"/>
              <a:buChar char="■"/>
              <a:defRPr/>
            </a:lvl9pPr>
          </a:lstStyle>
          <a:p/>
        </p:txBody>
      </p:sp>
      <p:grpSp>
        <p:nvGrpSpPr>
          <p:cNvPr id="114" name="Google Shape;114;p4"/>
          <p:cNvGrpSpPr/>
          <p:nvPr/>
        </p:nvGrpSpPr>
        <p:grpSpPr>
          <a:xfrm flipH="1">
            <a:off x="6159903" y="2312896"/>
            <a:ext cx="3288975" cy="3091407"/>
            <a:chOff x="-402690" y="2312896"/>
            <a:chExt cx="3288975" cy="3091407"/>
          </a:xfrm>
        </p:grpSpPr>
        <p:sp>
          <p:nvSpPr>
            <p:cNvPr id="115" name="Google Shape;115;p4"/>
            <p:cNvSpPr/>
            <p:nvPr/>
          </p:nvSpPr>
          <p:spPr>
            <a:xfrm flipH="1" rot="10800000">
              <a:off x="-191715"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16" name="Google Shape;116;p4"/>
            <p:cNvSpPr/>
            <p:nvPr/>
          </p:nvSpPr>
          <p:spPr>
            <a:xfrm flipH="1" rot="10800000">
              <a:off x="-213406"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17" name="Google Shape;117;p4"/>
            <p:cNvGrpSpPr/>
            <p:nvPr/>
          </p:nvGrpSpPr>
          <p:grpSpPr>
            <a:xfrm flipH="1" rot="10800000">
              <a:off x="135366" y="4095345"/>
              <a:ext cx="438336" cy="939067"/>
              <a:chOff x="327075" y="263775"/>
              <a:chExt cx="576228" cy="1234478"/>
            </a:xfrm>
          </p:grpSpPr>
          <p:sp>
            <p:nvSpPr>
              <p:cNvPr id="118" name="Google Shape;118;p4"/>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19" name="Google Shape;119;p4"/>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0" name="Google Shape;120;p4"/>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1" name="Google Shape;121;p4"/>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2" name="Google Shape;122;p4"/>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3" name="Google Shape;123;p4"/>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4" name="Google Shape;124;p4"/>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5" name="Google Shape;125;p4"/>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6" name="Google Shape;126;p4"/>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7" name="Google Shape;127;p4"/>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28" name="Google Shape;128;p4"/>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cxnSp>
          <p:nvCxnSpPr>
            <p:cNvPr id="129" name="Google Shape;129;p4"/>
            <p:cNvCxnSpPr/>
            <p:nvPr/>
          </p:nvCxnSpPr>
          <p:spPr>
            <a:xfrm rot="10800000">
              <a:off x="-402690"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130" name="Google Shape;130;p4"/>
            <p:cNvGrpSpPr/>
            <p:nvPr/>
          </p:nvGrpSpPr>
          <p:grpSpPr>
            <a:xfrm flipH="1" rot="10800000">
              <a:off x="-100006" y="2556191"/>
              <a:ext cx="2953888" cy="2742009"/>
              <a:chOff x="5398760" y="2293721"/>
              <a:chExt cx="2953888" cy="2742009"/>
            </a:xfrm>
          </p:grpSpPr>
          <p:sp>
            <p:nvSpPr>
              <p:cNvPr id="131" name="Google Shape;131;p4"/>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2" name="Google Shape;132;p4"/>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33" name="Google Shape;133;p4"/>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grpSp>
        <p:nvGrpSpPr>
          <p:cNvPr id="134" name="Google Shape;134;p4"/>
          <p:cNvGrpSpPr/>
          <p:nvPr/>
        </p:nvGrpSpPr>
        <p:grpSpPr>
          <a:xfrm flipH="1">
            <a:off x="429414" y="500651"/>
            <a:ext cx="8141950" cy="4308900"/>
            <a:chOff x="474823" y="500651"/>
            <a:chExt cx="8141950" cy="4308900"/>
          </a:xfrm>
        </p:grpSpPr>
        <p:sp>
          <p:nvSpPr>
            <p:cNvPr id="135" name="Google Shape;135;p4"/>
            <p:cNvSpPr/>
            <p:nvPr/>
          </p:nvSpPr>
          <p:spPr>
            <a:xfrm>
              <a:off x="8539073" y="1242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36" name="Google Shape;136;p4"/>
            <p:cNvSpPr/>
            <p:nvPr/>
          </p:nvSpPr>
          <p:spPr>
            <a:xfrm>
              <a:off x="474823" y="24508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37" name="Google Shape;137;p4"/>
            <p:cNvSpPr/>
            <p:nvPr/>
          </p:nvSpPr>
          <p:spPr>
            <a:xfrm>
              <a:off x="2851198" y="5006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38" name="Google Shape;138;p4"/>
            <p:cNvSpPr/>
            <p:nvPr/>
          </p:nvSpPr>
          <p:spPr>
            <a:xfrm>
              <a:off x="4899048" y="47318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9" name="Shape 139"/>
        <p:cNvGrpSpPr/>
        <p:nvPr/>
      </p:nvGrpSpPr>
      <p:grpSpPr>
        <a:xfrm>
          <a:off x="0" y="0"/>
          <a:ext cx="0" cy="0"/>
          <a:chOff x="0" y="0"/>
          <a:chExt cx="0" cy="0"/>
        </a:xfrm>
      </p:grpSpPr>
      <p:pic>
        <p:nvPicPr>
          <p:cNvPr id="140" name="Google Shape;140;p5"/>
          <p:cNvPicPr preferRelativeResize="0"/>
          <p:nvPr/>
        </p:nvPicPr>
        <p:blipFill>
          <a:blip r:embed="rId2">
            <a:alphaModFix/>
          </a:blip>
          <a:stretch>
            <a:fillRect/>
          </a:stretch>
        </p:blipFill>
        <p:spPr>
          <a:xfrm>
            <a:off x="75" y="0"/>
            <a:ext cx="9144003" cy="5143501"/>
          </a:xfrm>
          <a:prstGeom prst="rect">
            <a:avLst/>
          </a:prstGeom>
          <a:noFill/>
          <a:ln>
            <a:noFill/>
          </a:ln>
        </p:spPr>
      </p:pic>
      <p:sp>
        <p:nvSpPr>
          <p:cNvPr id="141" name="Google Shape;141;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2" name="Google Shape;142;p5"/>
          <p:cNvSpPr txBox="1"/>
          <p:nvPr>
            <p:ph idx="1" type="subTitle"/>
          </p:nvPr>
        </p:nvSpPr>
        <p:spPr>
          <a:xfrm>
            <a:off x="5055284" y="36087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3" name="Google Shape;143;p5"/>
          <p:cNvSpPr txBox="1"/>
          <p:nvPr>
            <p:ph idx="2" type="subTitle"/>
          </p:nvPr>
        </p:nvSpPr>
        <p:spPr>
          <a:xfrm>
            <a:off x="1583300" y="3608749"/>
            <a:ext cx="2505600" cy="572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4" name="Google Shape;144;p5"/>
          <p:cNvSpPr txBox="1"/>
          <p:nvPr>
            <p:ph idx="3" type="subTitle"/>
          </p:nvPr>
        </p:nvSpPr>
        <p:spPr>
          <a:xfrm>
            <a:off x="5055275"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145" name="Google Shape;145;p5"/>
          <p:cNvSpPr txBox="1"/>
          <p:nvPr>
            <p:ph idx="4" type="subTitle"/>
          </p:nvPr>
        </p:nvSpPr>
        <p:spPr>
          <a:xfrm>
            <a:off x="1583075" y="3300725"/>
            <a:ext cx="2505600" cy="3945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146" name="Google Shape;146;p5"/>
          <p:cNvGrpSpPr/>
          <p:nvPr/>
        </p:nvGrpSpPr>
        <p:grpSpPr>
          <a:xfrm>
            <a:off x="-402690" y="2312896"/>
            <a:ext cx="3288975" cy="3091407"/>
            <a:chOff x="-402690" y="2312896"/>
            <a:chExt cx="3288975" cy="3091407"/>
          </a:xfrm>
        </p:grpSpPr>
        <p:sp>
          <p:nvSpPr>
            <p:cNvPr id="147" name="Google Shape;147;p5"/>
            <p:cNvSpPr/>
            <p:nvPr/>
          </p:nvSpPr>
          <p:spPr>
            <a:xfrm flipH="1" rot="10800000">
              <a:off x="-191715"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48" name="Google Shape;148;p5"/>
            <p:cNvSpPr/>
            <p:nvPr/>
          </p:nvSpPr>
          <p:spPr>
            <a:xfrm flipH="1" rot="10800000">
              <a:off x="-213406"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149" name="Google Shape;149;p5"/>
            <p:cNvGrpSpPr/>
            <p:nvPr/>
          </p:nvGrpSpPr>
          <p:grpSpPr>
            <a:xfrm flipH="1" rot="10800000">
              <a:off x="135366" y="4095345"/>
              <a:ext cx="438336" cy="939067"/>
              <a:chOff x="327075" y="263775"/>
              <a:chExt cx="576228" cy="1234478"/>
            </a:xfrm>
          </p:grpSpPr>
          <p:sp>
            <p:nvSpPr>
              <p:cNvPr id="150" name="Google Shape;150;p5"/>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1" name="Google Shape;151;p5"/>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2" name="Google Shape;152;p5"/>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3" name="Google Shape;153;p5"/>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4" name="Google Shape;154;p5"/>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5" name="Google Shape;155;p5"/>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6" name="Google Shape;156;p5"/>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7" name="Google Shape;157;p5"/>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8" name="Google Shape;158;p5"/>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59" name="Google Shape;159;p5"/>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60" name="Google Shape;160;p5"/>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cxnSp>
          <p:nvCxnSpPr>
            <p:cNvPr id="161" name="Google Shape;161;p5"/>
            <p:cNvCxnSpPr/>
            <p:nvPr/>
          </p:nvCxnSpPr>
          <p:spPr>
            <a:xfrm rot="10800000">
              <a:off x="-402690"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162" name="Google Shape;162;p5"/>
            <p:cNvGrpSpPr/>
            <p:nvPr/>
          </p:nvGrpSpPr>
          <p:grpSpPr>
            <a:xfrm flipH="1" rot="10800000">
              <a:off x="-100006" y="2556191"/>
              <a:ext cx="2953888" cy="2742009"/>
              <a:chOff x="5398760" y="2293721"/>
              <a:chExt cx="2953888" cy="2742009"/>
            </a:xfrm>
          </p:grpSpPr>
          <p:sp>
            <p:nvSpPr>
              <p:cNvPr id="163" name="Google Shape;163;p5"/>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4" name="Google Shape;164;p5"/>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165" name="Google Shape;165;p5"/>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grpSp>
        <p:nvGrpSpPr>
          <p:cNvPr id="166" name="Google Shape;166;p5"/>
          <p:cNvGrpSpPr/>
          <p:nvPr/>
        </p:nvGrpSpPr>
        <p:grpSpPr>
          <a:xfrm>
            <a:off x="474823" y="500651"/>
            <a:ext cx="8141950" cy="4308900"/>
            <a:chOff x="474823" y="500651"/>
            <a:chExt cx="8141950" cy="4308900"/>
          </a:xfrm>
        </p:grpSpPr>
        <p:sp>
          <p:nvSpPr>
            <p:cNvPr id="167" name="Google Shape;167;p5"/>
            <p:cNvSpPr/>
            <p:nvPr/>
          </p:nvSpPr>
          <p:spPr>
            <a:xfrm>
              <a:off x="8539073" y="1242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68" name="Google Shape;168;p5"/>
            <p:cNvSpPr/>
            <p:nvPr/>
          </p:nvSpPr>
          <p:spPr>
            <a:xfrm>
              <a:off x="474823" y="24508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69" name="Google Shape;169;p5"/>
            <p:cNvSpPr/>
            <p:nvPr/>
          </p:nvSpPr>
          <p:spPr>
            <a:xfrm>
              <a:off x="2851198" y="5006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0" name="Google Shape;170;p5"/>
            <p:cNvSpPr/>
            <p:nvPr/>
          </p:nvSpPr>
          <p:spPr>
            <a:xfrm>
              <a:off x="4899048" y="47318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gradFill>
          <a:gsLst>
            <a:gs pos="0">
              <a:schemeClr val="lt2"/>
            </a:gs>
            <a:gs pos="24000">
              <a:srgbClr val="033FA0"/>
            </a:gs>
            <a:gs pos="56000">
              <a:schemeClr val="dk2"/>
            </a:gs>
            <a:gs pos="100000">
              <a:schemeClr val="lt1"/>
            </a:gs>
          </a:gsLst>
          <a:path path="circle">
            <a:fillToRect l="100%" t="100%"/>
          </a:path>
          <a:tileRect b="-100%" r="-100%"/>
        </a:gradFill>
      </p:bgPr>
    </p:bg>
    <p:spTree>
      <p:nvGrpSpPr>
        <p:cNvPr id="171" name="Shape 171"/>
        <p:cNvGrpSpPr/>
        <p:nvPr/>
      </p:nvGrpSpPr>
      <p:grpSpPr>
        <a:xfrm>
          <a:off x="0" y="0"/>
          <a:ext cx="0" cy="0"/>
          <a:chOff x="0" y="0"/>
          <a:chExt cx="0" cy="0"/>
        </a:xfrm>
      </p:grpSpPr>
      <p:pic>
        <p:nvPicPr>
          <p:cNvPr id="172" name="Google Shape;172;p6"/>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173" name="Google Shape;173;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74" name="Google Shape;174;p6"/>
          <p:cNvGrpSpPr/>
          <p:nvPr/>
        </p:nvGrpSpPr>
        <p:grpSpPr>
          <a:xfrm flipH="1" rot="10800000">
            <a:off x="327081" y="3998759"/>
            <a:ext cx="438336" cy="939067"/>
            <a:chOff x="327075" y="263775"/>
            <a:chExt cx="576228" cy="1234478"/>
          </a:xfrm>
        </p:grpSpPr>
        <p:sp>
          <p:nvSpPr>
            <p:cNvPr id="175" name="Google Shape;175;p6"/>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6" name="Google Shape;176;p6"/>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7" name="Google Shape;177;p6"/>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8" name="Google Shape;178;p6"/>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79" name="Google Shape;179;p6"/>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0" name="Google Shape;180;p6"/>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1" name="Google Shape;181;p6"/>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2" name="Google Shape;182;p6"/>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3" name="Google Shape;183;p6"/>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4" name="Google Shape;184;p6"/>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85" name="Google Shape;185;p6"/>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186" name="Google Shape;186;p6"/>
          <p:cNvGrpSpPr/>
          <p:nvPr/>
        </p:nvGrpSpPr>
        <p:grpSpPr>
          <a:xfrm>
            <a:off x="-714115" y="113342"/>
            <a:ext cx="1808472" cy="1616657"/>
            <a:chOff x="2439425" y="817125"/>
            <a:chExt cx="2884325" cy="2578400"/>
          </a:xfrm>
        </p:grpSpPr>
        <p:sp>
          <p:nvSpPr>
            <p:cNvPr id="187" name="Google Shape;187;p6"/>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188" name="Google Shape;188;p6"/>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189" name="Google Shape;189;p6"/>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90" name="Google Shape;190;p6"/>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91" name="Google Shape;191;p6"/>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192" name="Google Shape;192;p6"/>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pic>
        <p:nvPicPr>
          <p:cNvPr id="193" name="Google Shape;193;p6"/>
          <p:cNvPicPr preferRelativeResize="0"/>
          <p:nvPr/>
        </p:nvPicPr>
        <p:blipFill>
          <a:blip r:embed="rId3">
            <a:alphaModFix/>
          </a:blip>
          <a:stretch>
            <a:fillRect/>
          </a:stretch>
        </p:blipFill>
        <p:spPr>
          <a:xfrm>
            <a:off x="8056425" y="196738"/>
            <a:ext cx="2007499" cy="3187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94" name="Shape 194"/>
        <p:cNvGrpSpPr/>
        <p:nvPr/>
      </p:nvGrpSpPr>
      <p:grpSpPr>
        <a:xfrm>
          <a:off x="0" y="0"/>
          <a:ext cx="0" cy="0"/>
          <a:chOff x="0" y="0"/>
          <a:chExt cx="0" cy="0"/>
        </a:xfrm>
      </p:grpSpPr>
      <p:pic>
        <p:nvPicPr>
          <p:cNvPr id="195" name="Google Shape;195;p7"/>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196" name="Google Shape;196;p7"/>
          <p:cNvSpPr txBox="1"/>
          <p:nvPr>
            <p:ph type="title"/>
          </p:nvPr>
        </p:nvSpPr>
        <p:spPr>
          <a:xfrm>
            <a:off x="720000" y="445025"/>
            <a:ext cx="77109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97" name="Google Shape;197;p7"/>
          <p:cNvSpPr txBox="1"/>
          <p:nvPr>
            <p:ph idx="1" type="subTitle"/>
          </p:nvPr>
        </p:nvSpPr>
        <p:spPr>
          <a:xfrm>
            <a:off x="2424600" y="1576450"/>
            <a:ext cx="4294800" cy="22035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Char char="●"/>
              <a:defRPr sz="1600"/>
            </a:lvl1pPr>
            <a:lvl2pPr lvl="1" rtl="0" algn="ctr">
              <a:lnSpc>
                <a:spcPct val="100000"/>
              </a:lnSpc>
              <a:spcBef>
                <a:spcPts val="0"/>
              </a:spcBef>
              <a:spcAft>
                <a:spcPts val="0"/>
              </a:spcAft>
              <a:buClr>
                <a:srgbClr val="E76A28"/>
              </a:buClr>
              <a:buSzPts val="1600"/>
              <a:buFont typeface="Nunito Light"/>
              <a:buChar char="○"/>
              <a:defRPr/>
            </a:lvl2pPr>
            <a:lvl3pPr lvl="2" rtl="0" algn="ctr">
              <a:lnSpc>
                <a:spcPct val="100000"/>
              </a:lnSpc>
              <a:spcBef>
                <a:spcPts val="1600"/>
              </a:spcBef>
              <a:spcAft>
                <a:spcPts val="0"/>
              </a:spcAft>
              <a:buClr>
                <a:srgbClr val="E76A28"/>
              </a:buClr>
              <a:buSzPts val="1500"/>
              <a:buFont typeface="Nunito Light"/>
              <a:buChar char="■"/>
              <a:defRPr/>
            </a:lvl3pPr>
            <a:lvl4pPr lvl="3" rtl="0" algn="ctr">
              <a:lnSpc>
                <a:spcPct val="100000"/>
              </a:lnSpc>
              <a:spcBef>
                <a:spcPts val="1600"/>
              </a:spcBef>
              <a:spcAft>
                <a:spcPts val="0"/>
              </a:spcAft>
              <a:buClr>
                <a:srgbClr val="E76A28"/>
              </a:buClr>
              <a:buSzPts val="1500"/>
              <a:buFont typeface="Nunito Light"/>
              <a:buChar char="●"/>
              <a:defRPr/>
            </a:lvl4pPr>
            <a:lvl5pPr lvl="4" rtl="0" algn="ctr">
              <a:lnSpc>
                <a:spcPct val="100000"/>
              </a:lnSpc>
              <a:spcBef>
                <a:spcPts val="1600"/>
              </a:spcBef>
              <a:spcAft>
                <a:spcPts val="0"/>
              </a:spcAft>
              <a:buClr>
                <a:srgbClr val="E76A28"/>
              </a:buClr>
              <a:buSzPts val="1400"/>
              <a:buFont typeface="Nunito Light"/>
              <a:buChar char="○"/>
              <a:defRPr/>
            </a:lvl5pPr>
            <a:lvl6pPr lvl="5" rtl="0" algn="ctr">
              <a:lnSpc>
                <a:spcPct val="100000"/>
              </a:lnSpc>
              <a:spcBef>
                <a:spcPts val="1600"/>
              </a:spcBef>
              <a:spcAft>
                <a:spcPts val="0"/>
              </a:spcAft>
              <a:buClr>
                <a:srgbClr val="999999"/>
              </a:buClr>
              <a:buSzPts val="1400"/>
              <a:buFont typeface="Nunito Light"/>
              <a:buChar char="■"/>
              <a:defRPr/>
            </a:lvl6pPr>
            <a:lvl7pPr lvl="6" rtl="0" algn="ctr">
              <a:lnSpc>
                <a:spcPct val="100000"/>
              </a:lnSpc>
              <a:spcBef>
                <a:spcPts val="1600"/>
              </a:spcBef>
              <a:spcAft>
                <a:spcPts val="0"/>
              </a:spcAft>
              <a:buClr>
                <a:srgbClr val="999999"/>
              </a:buClr>
              <a:buSzPts val="1300"/>
              <a:buFont typeface="Nunito Light"/>
              <a:buChar char="●"/>
              <a:defRPr/>
            </a:lvl7pPr>
            <a:lvl8pPr lvl="7" rtl="0" algn="ctr">
              <a:lnSpc>
                <a:spcPct val="100000"/>
              </a:lnSpc>
              <a:spcBef>
                <a:spcPts val="1600"/>
              </a:spcBef>
              <a:spcAft>
                <a:spcPts val="0"/>
              </a:spcAft>
              <a:buClr>
                <a:srgbClr val="999999"/>
              </a:buClr>
              <a:buSzPts val="1300"/>
              <a:buFont typeface="Nunito Light"/>
              <a:buChar char="○"/>
              <a:defRPr/>
            </a:lvl8pPr>
            <a:lvl9pPr lvl="8" rtl="0" algn="ctr">
              <a:lnSpc>
                <a:spcPct val="100000"/>
              </a:lnSpc>
              <a:spcBef>
                <a:spcPts val="1600"/>
              </a:spcBef>
              <a:spcAft>
                <a:spcPts val="1600"/>
              </a:spcAft>
              <a:buClr>
                <a:srgbClr val="999999"/>
              </a:buClr>
              <a:buSzPts val="1400"/>
              <a:buFont typeface="Nunito Light"/>
              <a:buChar char="■"/>
              <a:defRPr/>
            </a:lvl9pPr>
          </a:lstStyle>
          <a:p/>
        </p:txBody>
      </p:sp>
      <p:grpSp>
        <p:nvGrpSpPr>
          <p:cNvPr id="198" name="Google Shape;198;p7"/>
          <p:cNvGrpSpPr/>
          <p:nvPr/>
        </p:nvGrpSpPr>
        <p:grpSpPr>
          <a:xfrm>
            <a:off x="463703" y="185251"/>
            <a:ext cx="8416275" cy="4747013"/>
            <a:chOff x="463703" y="185251"/>
            <a:chExt cx="8416275" cy="4747013"/>
          </a:xfrm>
        </p:grpSpPr>
        <p:sp>
          <p:nvSpPr>
            <p:cNvPr id="199" name="Google Shape;199;p7"/>
            <p:cNvSpPr/>
            <p:nvPr/>
          </p:nvSpPr>
          <p:spPr>
            <a:xfrm flipH="1">
              <a:off x="463703" y="16146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00" name="Google Shape;200;p7"/>
            <p:cNvSpPr/>
            <p:nvPr/>
          </p:nvSpPr>
          <p:spPr>
            <a:xfrm flipH="1">
              <a:off x="8802278" y="29197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01" name="Google Shape;201;p7"/>
            <p:cNvSpPr/>
            <p:nvPr/>
          </p:nvSpPr>
          <p:spPr>
            <a:xfrm flipH="1">
              <a:off x="6003878" y="1852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02" name="Google Shape;202;p7"/>
            <p:cNvSpPr/>
            <p:nvPr/>
          </p:nvSpPr>
          <p:spPr>
            <a:xfrm flipH="1">
              <a:off x="4753178" y="4854564"/>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203" name="Google Shape;203;p7"/>
          <p:cNvGrpSpPr/>
          <p:nvPr/>
        </p:nvGrpSpPr>
        <p:grpSpPr>
          <a:xfrm>
            <a:off x="-1089529" y="788905"/>
            <a:ext cx="11663606" cy="3565690"/>
            <a:chOff x="-1089529" y="788905"/>
            <a:chExt cx="11663606" cy="3565690"/>
          </a:xfrm>
        </p:grpSpPr>
        <p:grpSp>
          <p:nvGrpSpPr>
            <p:cNvPr id="204" name="Google Shape;204;p7"/>
            <p:cNvGrpSpPr/>
            <p:nvPr/>
          </p:nvGrpSpPr>
          <p:grpSpPr>
            <a:xfrm flipH="1">
              <a:off x="8190471" y="788905"/>
              <a:ext cx="2383606" cy="2130790"/>
              <a:chOff x="2439425" y="817125"/>
              <a:chExt cx="2884325" cy="2578400"/>
            </a:xfrm>
          </p:grpSpPr>
          <p:sp>
            <p:nvSpPr>
              <p:cNvPr id="205" name="Google Shape;205;p7"/>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206" name="Google Shape;206;p7"/>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207" name="Google Shape;207;p7"/>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08" name="Google Shape;208;p7"/>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09" name="Google Shape;209;p7"/>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10" name="Google Shape;210;p7"/>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211" name="Google Shape;211;p7"/>
            <p:cNvGrpSpPr/>
            <p:nvPr/>
          </p:nvGrpSpPr>
          <p:grpSpPr>
            <a:xfrm flipH="1" rot="10800000">
              <a:off x="-1089529" y="2223805"/>
              <a:ext cx="2383606" cy="2130790"/>
              <a:chOff x="2439425" y="817125"/>
              <a:chExt cx="2884325" cy="2578400"/>
            </a:xfrm>
          </p:grpSpPr>
          <p:sp>
            <p:nvSpPr>
              <p:cNvPr id="212" name="Google Shape;212;p7"/>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213" name="Google Shape;213;p7"/>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214" name="Google Shape;214;p7"/>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15" name="Google Shape;215;p7"/>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16" name="Google Shape;216;p7"/>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17" name="Google Shape;217;p7"/>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nvGrpSpPr>
          <p:cNvPr id="218" name="Google Shape;218;p7"/>
          <p:cNvGrpSpPr/>
          <p:nvPr/>
        </p:nvGrpSpPr>
        <p:grpSpPr>
          <a:xfrm>
            <a:off x="0" y="1"/>
            <a:ext cx="9144000" cy="5143500"/>
            <a:chOff x="0" y="1"/>
            <a:chExt cx="9144000" cy="5143500"/>
          </a:xfrm>
        </p:grpSpPr>
        <p:sp>
          <p:nvSpPr>
            <p:cNvPr id="219" name="Google Shape;219;p7"/>
            <p:cNvSpPr/>
            <p:nvPr/>
          </p:nvSpPr>
          <p:spPr>
            <a:xfrm flipH="1" rot="10800000">
              <a:off x="0" y="4643321"/>
              <a:ext cx="1904362" cy="500179"/>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20" name="Google Shape;220;p7"/>
            <p:cNvSpPr/>
            <p:nvPr/>
          </p:nvSpPr>
          <p:spPr>
            <a:xfrm flipH="1">
              <a:off x="7239638" y="1"/>
              <a:ext cx="1904362" cy="50018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21" name="Shape 221"/>
        <p:cNvGrpSpPr/>
        <p:nvPr/>
      </p:nvGrpSpPr>
      <p:grpSpPr>
        <a:xfrm>
          <a:off x="0" y="0"/>
          <a:ext cx="0" cy="0"/>
          <a:chOff x="0" y="0"/>
          <a:chExt cx="0" cy="0"/>
        </a:xfrm>
      </p:grpSpPr>
      <p:pic>
        <p:nvPicPr>
          <p:cNvPr id="222" name="Google Shape;222;p8"/>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223" name="Google Shape;223;p8"/>
          <p:cNvSpPr txBox="1"/>
          <p:nvPr>
            <p:ph type="title"/>
          </p:nvPr>
        </p:nvSpPr>
        <p:spPr>
          <a:xfrm>
            <a:off x="1969250" y="1783075"/>
            <a:ext cx="5205300" cy="1577100"/>
          </a:xfrm>
          <a:prstGeom prst="rect">
            <a:avLst/>
          </a:prstGeom>
        </p:spPr>
        <p:txBody>
          <a:bodyPr anchorCtr="0" anchor="ctr" bIns="91425" lIns="91425" spcFirstLastPara="1" rIns="91425" wrap="square" tIns="91425">
            <a:noAutofit/>
          </a:bodyPr>
          <a:lstStyle>
            <a:lvl1pPr lvl="0" algn="ctr">
              <a:lnSpc>
                <a:spcPct val="80000"/>
              </a:lnSpc>
              <a:spcBef>
                <a:spcPts val="0"/>
              </a:spcBef>
              <a:spcAft>
                <a:spcPts val="0"/>
              </a:spcAft>
              <a:buSzPts val="4800"/>
              <a:buNone/>
              <a:defRPr sz="55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224" name="Google Shape;224;p8"/>
          <p:cNvGrpSpPr/>
          <p:nvPr/>
        </p:nvGrpSpPr>
        <p:grpSpPr>
          <a:xfrm>
            <a:off x="635523" y="427901"/>
            <a:ext cx="8065650" cy="4435628"/>
            <a:chOff x="635523" y="427901"/>
            <a:chExt cx="8065650" cy="4435628"/>
          </a:xfrm>
        </p:grpSpPr>
        <p:sp>
          <p:nvSpPr>
            <p:cNvPr id="225" name="Google Shape;225;p8"/>
            <p:cNvSpPr/>
            <p:nvPr/>
          </p:nvSpPr>
          <p:spPr>
            <a:xfrm rot="10800000">
              <a:off x="1575003" y="478582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26" name="Google Shape;226;p8"/>
            <p:cNvSpPr/>
            <p:nvPr/>
          </p:nvSpPr>
          <p:spPr>
            <a:xfrm>
              <a:off x="8623473" y="17412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27" name="Google Shape;227;p8"/>
            <p:cNvSpPr/>
            <p:nvPr/>
          </p:nvSpPr>
          <p:spPr>
            <a:xfrm>
              <a:off x="635523" y="336017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28" name="Google Shape;228;p8"/>
            <p:cNvSpPr/>
            <p:nvPr/>
          </p:nvSpPr>
          <p:spPr>
            <a:xfrm>
              <a:off x="4729223" y="427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29" name="Google Shape;229;p8"/>
            <p:cNvSpPr/>
            <p:nvPr/>
          </p:nvSpPr>
          <p:spPr>
            <a:xfrm>
              <a:off x="5811098" y="46263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230" name="Google Shape;230;p8"/>
          <p:cNvGrpSpPr/>
          <p:nvPr/>
        </p:nvGrpSpPr>
        <p:grpSpPr>
          <a:xfrm>
            <a:off x="-525028" y="-182307"/>
            <a:ext cx="3482828" cy="3487159"/>
            <a:chOff x="-525028" y="-182307"/>
            <a:chExt cx="3482828" cy="3487159"/>
          </a:xfrm>
        </p:grpSpPr>
        <p:sp>
          <p:nvSpPr>
            <p:cNvPr id="231" name="Google Shape;231;p8"/>
            <p:cNvSpPr/>
            <p:nvPr/>
          </p:nvSpPr>
          <p:spPr>
            <a:xfrm>
              <a:off x="-120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32" name="Google Shape;232;p8"/>
            <p:cNvSpPr/>
            <p:nvPr/>
          </p:nvSpPr>
          <p:spPr>
            <a:xfrm>
              <a:off x="-141891" y="-182307"/>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33" name="Google Shape;233;p8"/>
            <p:cNvGrpSpPr/>
            <p:nvPr/>
          </p:nvGrpSpPr>
          <p:grpSpPr>
            <a:xfrm>
              <a:off x="-456125" y="98856"/>
              <a:ext cx="3153725" cy="940604"/>
              <a:chOff x="-104552" y="1952776"/>
              <a:chExt cx="5543549" cy="1653374"/>
            </a:xfrm>
          </p:grpSpPr>
          <p:sp>
            <p:nvSpPr>
              <p:cNvPr id="234" name="Google Shape;234;p8"/>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5" name="Google Shape;235;p8"/>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6" name="Google Shape;236;p8"/>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7" name="Google Shape;237;p8"/>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38" name="Google Shape;238;p8"/>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39" name="Google Shape;239;p8"/>
            <p:cNvGrpSpPr/>
            <p:nvPr/>
          </p:nvGrpSpPr>
          <p:grpSpPr>
            <a:xfrm rot="10800000">
              <a:off x="-525028" y="902304"/>
              <a:ext cx="2588196" cy="2402549"/>
              <a:chOff x="5398760" y="2293721"/>
              <a:chExt cx="2953888" cy="2742009"/>
            </a:xfrm>
          </p:grpSpPr>
          <p:sp>
            <p:nvSpPr>
              <p:cNvPr id="240" name="Google Shape;240;p8"/>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1" name="Google Shape;241;p8"/>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42" name="Google Shape;242;p8"/>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grpSp>
        <p:nvGrpSpPr>
          <p:cNvPr id="243" name="Google Shape;243;p8"/>
          <p:cNvGrpSpPr/>
          <p:nvPr/>
        </p:nvGrpSpPr>
        <p:grpSpPr>
          <a:xfrm>
            <a:off x="6130736" y="1867473"/>
            <a:ext cx="3499167" cy="3536830"/>
            <a:chOff x="6130736" y="1867473"/>
            <a:chExt cx="3499167" cy="3536830"/>
          </a:xfrm>
        </p:grpSpPr>
        <p:sp>
          <p:nvSpPr>
            <p:cNvPr id="244" name="Google Shape;244;p8"/>
            <p:cNvSpPr/>
            <p:nvPr/>
          </p:nvSpPr>
          <p:spPr>
            <a:xfrm rot="10800000">
              <a:off x="6130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45" name="Google Shape;245;p8"/>
            <p:cNvSpPr/>
            <p:nvPr/>
          </p:nvSpPr>
          <p:spPr>
            <a:xfrm rot="10800000">
              <a:off x="7338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46" name="Google Shape;246;p8"/>
            <p:cNvGrpSpPr/>
            <p:nvPr/>
          </p:nvGrpSpPr>
          <p:grpSpPr>
            <a:xfrm rot="10800000">
              <a:off x="6446400" y="3922931"/>
              <a:ext cx="3153725" cy="940604"/>
              <a:chOff x="-104552" y="1952776"/>
              <a:chExt cx="5543549" cy="1653374"/>
            </a:xfrm>
          </p:grpSpPr>
          <p:sp>
            <p:nvSpPr>
              <p:cNvPr id="247" name="Google Shape;247;p8"/>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8" name="Google Shape;248;p8"/>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49" name="Google Shape;249;p8"/>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0" name="Google Shape;250;p8"/>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51" name="Google Shape;251;p8"/>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252" name="Google Shape;252;p8"/>
            <p:cNvGrpSpPr/>
            <p:nvPr/>
          </p:nvGrpSpPr>
          <p:grpSpPr>
            <a:xfrm>
              <a:off x="7041707" y="1867473"/>
              <a:ext cx="2588196" cy="2402549"/>
              <a:chOff x="5398760" y="2293721"/>
              <a:chExt cx="2953888" cy="2742009"/>
            </a:xfrm>
          </p:grpSpPr>
          <p:sp>
            <p:nvSpPr>
              <p:cNvPr id="253" name="Google Shape;253;p8"/>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4" name="Google Shape;254;p8"/>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255" name="Google Shape;255;p8"/>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56" name="Shape 256"/>
        <p:cNvGrpSpPr/>
        <p:nvPr/>
      </p:nvGrpSpPr>
      <p:grpSpPr>
        <a:xfrm>
          <a:off x="0" y="0"/>
          <a:ext cx="0" cy="0"/>
          <a:chOff x="0" y="0"/>
          <a:chExt cx="0" cy="0"/>
        </a:xfrm>
      </p:grpSpPr>
      <p:pic>
        <p:nvPicPr>
          <p:cNvPr id="257" name="Google Shape;257;p9"/>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258" name="Google Shape;258;p9"/>
          <p:cNvSpPr txBox="1"/>
          <p:nvPr>
            <p:ph type="title"/>
          </p:nvPr>
        </p:nvSpPr>
        <p:spPr>
          <a:xfrm>
            <a:off x="2135550" y="1374650"/>
            <a:ext cx="4872900" cy="1460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sz="72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259" name="Google Shape;259;p9"/>
          <p:cNvSpPr txBox="1"/>
          <p:nvPr>
            <p:ph idx="1" type="subTitle"/>
          </p:nvPr>
        </p:nvSpPr>
        <p:spPr>
          <a:xfrm>
            <a:off x="2135550" y="2694975"/>
            <a:ext cx="4872900" cy="671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260" name="Google Shape;260;p9"/>
          <p:cNvGrpSpPr/>
          <p:nvPr/>
        </p:nvGrpSpPr>
        <p:grpSpPr>
          <a:xfrm>
            <a:off x="175811" y="211114"/>
            <a:ext cx="8792378" cy="4771619"/>
            <a:chOff x="175811" y="211114"/>
            <a:chExt cx="8792378" cy="4771619"/>
          </a:xfrm>
        </p:grpSpPr>
        <p:grpSp>
          <p:nvGrpSpPr>
            <p:cNvPr id="261" name="Google Shape;261;p9"/>
            <p:cNvGrpSpPr/>
            <p:nvPr/>
          </p:nvGrpSpPr>
          <p:grpSpPr>
            <a:xfrm>
              <a:off x="175811" y="211114"/>
              <a:ext cx="1127828" cy="71819"/>
              <a:chOff x="-230925" y="1276800"/>
              <a:chExt cx="1822900" cy="116100"/>
            </a:xfrm>
          </p:grpSpPr>
          <p:sp>
            <p:nvSpPr>
              <p:cNvPr id="262" name="Google Shape;262;p9"/>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3" name="Google Shape;263;p9"/>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4" name="Google Shape;264;p9"/>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5" name="Google Shape;265;p9"/>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6" name="Google Shape;266;p9"/>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7" name="Google Shape;267;p9"/>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8" name="Google Shape;268;p9"/>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69" name="Google Shape;269;p9"/>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0" name="Google Shape;270;p9"/>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271" name="Google Shape;271;p9"/>
            <p:cNvGrpSpPr/>
            <p:nvPr/>
          </p:nvGrpSpPr>
          <p:grpSpPr>
            <a:xfrm>
              <a:off x="7840361" y="4910914"/>
              <a:ext cx="1127828" cy="71819"/>
              <a:chOff x="-230925" y="1276800"/>
              <a:chExt cx="1822900" cy="116100"/>
            </a:xfrm>
          </p:grpSpPr>
          <p:sp>
            <p:nvSpPr>
              <p:cNvPr id="272" name="Google Shape;272;p9"/>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3" name="Google Shape;273;p9"/>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4" name="Google Shape;274;p9"/>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5" name="Google Shape;275;p9"/>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6" name="Google Shape;276;p9"/>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7" name="Google Shape;277;p9"/>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8" name="Google Shape;278;p9"/>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79" name="Google Shape;279;p9"/>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280" name="Google Shape;280;p9"/>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grpSp>
        <p:nvGrpSpPr>
          <p:cNvPr id="281" name="Google Shape;281;p9"/>
          <p:cNvGrpSpPr/>
          <p:nvPr/>
        </p:nvGrpSpPr>
        <p:grpSpPr>
          <a:xfrm>
            <a:off x="453723" y="438451"/>
            <a:ext cx="8053000" cy="4196425"/>
            <a:chOff x="453723" y="438451"/>
            <a:chExt cx="8053000" cy="4196425"/>
          </a:xfrm>
        </p:grpSpPr>
        <p:sp>
          <p:nvSpPr>
            <p:cNvPr id="282" name="Google Shape;282;p9"/>
            <p:cNvSpPr/>
            <p:nvPr/>
          </p:nvSpPr>
          <p:spPr>
            <a:xfrm>
              <a:off x="453723" y="13746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83" name="Google Shape;283;p9"/>
            <p:cNvSpPr/>
            <p:nvPr/>
          </p:nvSpPr>
          <p:spPr>
            <a:xfrm>
              <a:off x="4929698" y="4384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84" name="Google Shape;284;p9"/>
            <p:cNvSpPr/>
            <p:nvPr/>
          </p:nvSpPr>
          <p:spPr>
            <a:xfrm>
              <a:off x="8429023" y="363748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85" name="Google Shape;285;p9"/>
            <p:cNvSpPr/>
            <p:nvPr/>
          </p:nvSpPr>
          <p:spPr>
            <a:xfrm>
              <a:off x="4745473" y="45571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286" name="Google Shape;286;p9"/>
          <p:cNvGrpSpPr/>
          <p:nvPr/>
        </p:nvGrpSpPr>
        <p:grpSpPr>
          <a:xfrm>
            <a:off x="-58048" y="2415003"/>
            <a:ext cx="3349901" cy="2801175"/>
            <a:chOff x="-58048" y="2415003"/>
            <a:chExt cx="3349901" cy="2801175"/>
          </a:xfrm>
        </p:grpSpPr>
        <p:sp>
          <p:nvSpPr>
            <p:cNvPr id="287" name="Google Shape;287;p9"/>
            <p:cNvSpPr/>
            <p:nvPr/>
          </p:nvSpPr>
          <p:spPr>
            <a:xfrm flipH="1" rot="10800000">
              <a:off x="-58048" y="2555675"/>
              <a:ext cx="3349901" cy="2660502"/>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88" name="Google Shape;288;p9"/>
            <p:cNvSpPr/>
            <p:nvPr/>
          </p:nvSpPr>
          <p:spPr>
            <a:xfrm flipH="1" rot="10800000">
              <a:off x="-21690" y="3713270"/>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89" name="Google Shape;289;p9"/>
            <p:cNvGrpSpPr/>
            <p:nvPr/>
          </p:nvGrpSpPr>
          <p:grpSpPr>
            <a:xfrm flipH="1">
              <a:off x="615021" y="2415003"/>
              <a:ext cx="2383606" cy="2130790"/>
              <a:chOff x="2439425" y="817125"/>
              <a:chExt cx="2884325" cy="2578400"/>
            </a:xfrm>
          </p:grpSpPr>
          <p:sp>
            <p:nvSpPr>
              <p:cNvPr id="290" name="Google Shape;290;p9"/>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291" name="Google Shape;291;p9"/>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292" name="Google Shape;292;p9"/>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93" name="Google Shape;293;p9"/>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94" name="Google Shape;294;p9"/>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295" name="Google Shape;295;p9"/>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nvGrpSpPr>
          <p:cNvPr id="296" name="Google Shape;296;p9"/>
          <p:cNvGrpSpPr/>
          <p:nvPr/>
        </p:nvGrpSpPr>
        <p:grpSpPr>
          <a:xfrm>
            <a:off x="5858177" y="3"/>
            <a:ext cx="3349901" cy="2781700"/>
            <a:chOff x="5858177" y="3"/>
            <a:chExt cx="3349901" cy="2781700"/>
          </a:xfrm>
        </p:grpSpPr>
        <p:sp>
          <p:nvSpPr>
            <p:cNvPr id="297" name="Google Shape;297;p9"/>
            <p:cNvSpPr/>
            <p:nvPr/>
          </p:nvSpPr>
          <p:spPr>
            <a:xfrm flipH="1">
              <a:off x="5858177" y="3"/>
              <a:ext cx="3349901" cy="2660502"/>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298" name="Google Shape;298;p9"/>
            <p:cNvSpPr/>
            <p:nvPr/>
          </p:nvSpPr>
          <p:spPr>
            <a:xfrm flipH="1">
              <a:off x="7279393" y="11"/>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299" name="Google Shape;299;p9"/>
            <p:cNvGrpSpPr/>
            <p:nvPr/>
          </p:nvGrpSpPr>
          <p:grpSpPr>
            <a:xfrm flipH="1" rot="10800000">
              <a:off x="6205128" y="650912"/>
              <a:ext cx="2383606" cy="2130790"/>
              <a:chOff x="2439425" y="817125"/>
              <a:chExt cx="2884325" cy="2578400"/>
            </a:xfrm>
          </p:grpSpPr>
          <p:sp>
            <p:nvSpPr>
              <p:cNvPr id="300" name="Google Shape;300;p9"/>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301" name="Google Shape;301;p9"/>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302" name="Google Shape;302;p9"/>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03" name="Google Shape;303;p9"/>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04" name="Google Shape;304;p9"/>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05" name="Google Shape;305;p9"/>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06" name="Shape 306"/>
        <p:cNvGrpSpPr/>
        <p:nvPr/>
      </p:nvGrpSpPr>
      <p:grpSpPr>
        <a:xfrm>
          <a:off x="0" y="0"/>
          <a:ext cx="0" cy="0"/>
          <a:chOff x="0" y="0"/>
          <a:chExt cx="0" cy="0"/>
        </a:xfrm>
      </p:grpSpPr>
      <p:sp>
        <p:nvSpPr>
          <p:cNvPr id="307" name="Google Shape;307;p10"/>
          <p:cNvSpPr/>
          <p:nvPr>
            <p:ph idx="2" type="pic"/>
          </p:nvPr>
        </p:nvSpPr>
        <p:spPr>
          <a:xfrm>
            <a:off x="-6650" y="-6650"/>
            <a:ext cx="9150600" cy="5143500"/>
          </a:xfrm>
          <a:prstGeom prst="rect">
            <a:avLst/>
          </a:prstGeom>
          <a:noFill/>
          <a:ln>
            <a:noFill/>
          </a:ln>
        </p:spPr>
      </p:sp>
      <p:sp>
        <p:nvSpPr>
          <p:cNvPr id="308" name="Google Shape;308;p10"/>
          <p:cNvSpPr txBox="1"/>
          <p:nvPr>
            <p:ph type="title"/>
          </p:nvPr>
        </p:nvSpPr>
        <p:spPr>
          <a:xfrm>
            <a:off x="720000" y="3919600"/>
            <a:ext cx="7704000" cy="530400"/>
          </a:xfrm>
          <a:prstGeom prst="rect">
            <a:avLst/>
          </a:prstGeom>
          <a:solidFill>
            <a:schemeClr val="lt1"/>
          </a:solidFill>
        </p:spPr>
        <p:txBody>
          <a:bodyPr anchorCtr="0" anchor="ctr" bIns="91425" lIns="91425" spcFirstLastPara="1" rIns="91425" wrap="square" tIns="91425">
            <a:noAutofit/>
          </a:bodyPr>
          <a:lstStyle>
            <a:lvl1pPr lvl="0" rtl="0" algn="ctr">
              <a:spcBef>
                <a:spcPts val="0"/>
              </a:spcBef>
              <a:spcAft>
                <a:spcPts val="0"/>
              </a:spcAft>
              <a:buSzPts val="2400"/>
              <a:buNone/>
              <a:defRPr sz="2200"/>
            </a:lvl1pPr>
            <a:lvl2pPr lvl="1" rtl="0" algn="ctr">
              <a:spcBef>
                <a:spcPts val="0"/>
              </a:spcBef>
              <a:spcAft>
                <a:spcPts val="0"/>
              </a:spcAft>
              <a:buSzPts val="2400"/>
              <a:buNone/>
              <a:defRPr sz="2400"/>
            </a:lvl2pPr>
            <a:lvl3pPr lvl="2" rtl="0" algn="ctr">
              <a:spcBef>
                <a:spcPts val="0"/>
              </a:spcBef>
              <a:spcAft>
                <a:spcPts val="0"/>
              </a:spcAft>
              <a:buSzPts val="2400"/>
              <a:buNone/>
              <a:defRPr sz="2400"/>
            </a:lvl3pPr>
            <a:lvl4pPr lvl="3" rtl="0" algn="ctr">
              <a:spcBef>
                <a:spcPts val="0"/>
              </a:spcBef>
              <a:spcAft>
                <a:spcPts val="0"/>
              </a:spcAft>
              <a:buSzPts val="2400"/>
              <a:buNone/>
              <a:defRPr sz="2400"/>
            </a:lvl4pPr>
            <a:lvl5pPr lvl="4" rtl="0" algn="ctr">
              <a:spcBef>
                <a:spcPts val="0"/>
              </a:spcBef>
              <a:spcAft>
                <a:spcPts val="0"/>
              </a:spcAft>
              <a:buSzPts val="2400"/>
              <a:buNone/>
              <a:defRPr sz="2400"/>
            </a:lvl5pPr>
            <a:lvl6pPr lvl="5" rtl="0" algn="ctr">
              <a:spcBef>
                <a:spcPts val="0"/>
              </a:spcBef>
              <a:spcAft>
                <a:spcPts val="0"/>
              </a:spcAft>
              <a:buSzPts val="2400"/>
              <a:buNone/>
              <a:defRPr sz="2400"/>
            </a:lvl6pPr>
            <a:lvl7pPr lvl="6" rtl="0" algn="ctr">
              <a:spcBef>
                <a:spcPts val="0"/>
              </a:spcBef>
              <a:spcAft>
                <a:spcPts val="0"/>
              </a:spcAft>
              <a:buSzPts val="2400"/>
              <a:buNone/>
              <a:defRPr sz="2400"/>
            </a:lvl7pPr>
            <a:lvl8pPr lvl="7" rtl="0" algn="ctr">
              <a:spcBef>
                <a:spcPts val="0"/>
              </a:spcBef>
              <a:spcAft>
                <a:spcPts val="0"/>
              </a:spcAft>
              <a:buSzPts val="2400"/>
              <a:buNone/>
              <a:defRPr sz="2400"/>
            </a:lvl8pPr>
            <a:lvl9pPr lvl="8" rtl="0" algn="ctr">
              <a:spcBef>
                <a:spcPts val="0"/>
              </a:spcBef>
              <a:spcAft>
                <a:spcPts val="0"/>
              </a:spcAft>
              <a:buSzPts val="2400"/>
              <a:buNone/>
              <a:defRPr sz="24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09" name="Shape 309"/>
        <p:cNvGrpSpPr/>
        <p:nvPr/>
      </p:nvGrpSpPr>
      <p:grpSpPr>
        <a:xfrm>
          <a:off x="0" y="0"/>
          <a:ext cx="0" cy="0"/>
          <a:chOff x="0" y="0"/>
          <a:chExt cx="0" cy="0"/>
        </a:xfrm>
      </p:grpSpPr>
      <p:pic>
        <p:nvPicPr>
          <p:cNvPr id="310" name="Google Shape;310;p11"/>
          <p:cNvPicPr preferRelativeResize="0"/>
          <p:nvPr/>
        </p:nvPicPr>
        <p:blipFill>
          <a:blip r:embed="rId2">
            <a:alphaModFix/>
          </a:blip>
          <a:stretch>
            <a:fillRect/>
          </a:stretch>
        </p:blipFill>
        <p:spPr>
          <a:xfrm>
            <a:off x="75" y="0"/>
            <a:ext cx="9144003" cy="5143501"/>
          </a:xfrm>
          <a:prstGeom prst="rect">
            <a:avLst/>
          </a:prstGeom>
          <a:noFill/>
          <a:ln>
            <a:noFill/>
          </a:ln>
        </p:spPr>
      </p:pic>
      <p:sp>
        <p:nvSpPr>
          <p:cNvPr id="311" name="Google Shape;311;p11"/>
          <p:cNvSpPr txBox="1"/>
          <p:nvPr>
            <p:ph hasCustomPrompt="1" type="title"/>
          </p:nvPr>
        </p:nvSpPr>
        <p:spPr>
          <a:xfrm>
            <a:off x="1895625" y="1793625"/>
            <a:ext cx="5352900" cy="1236600"/>
          </a:xfrm>
          <a:prstGeom prst="rect">
            <a:avLst/>
          </a:prstGeom>
        </p:spPr>
        <p:txBody>
          <a:bodyPr anchorCtr="0" anchor="b" bIns="91425" lIns="91425" spcFirstLastPara="1" rIns="91425" wrap="square" tIns="91425">
            <a:noAutofit/>
          </a:bodyPr>
          <a:lstStyle>
            <a:lvl1pPr lvl="0" algn="ctr">
              <a:spcBef>
                <a:spcPts val="0"/>
              </a:spcBef>
              <a:spcAft>
                <a:spcPts val="0"/>
              </a:spcAft>
              <a:buSzPts val="9600"/>
              <a:buNone/>
              <a:defRPr sz="5700"/>
            </a:lvl1pPr>
            <a:lvl2pPr lvl="1" algn="ctr">
              <a:spcBef>
                <a:spcPts val="0"/>
              </a:spcBef>
              <a:spcAft>
                <a:spcPts val="0"/>
              </a:spcAft>
              <a:buSzPts val="9600"/>
              <a:buNone/>
              <a:defRPr sz="9600"/>
            </a:lvl2pPr>
            <a:lvl3pPr lvl="2" algn="ctr">
              <a:spcBef>
                <a:spcPts val="0"/>
              </a:spcBef>
              <a:spcAft>
                <a:spcPts val="0"/>
              </a:spcAft>
              <a:buSzPts val="9600"/>
              <a:buNone/>
              <a:defRPr sz="9600"/>
            </a:lvl3pPr>
            <a:lvl4pPr lvl="3" algn="ctr">
              <a:spcBef>
                <a:spcPts val="0"/>
              </a:spcBef>
              <a:spcAft>
                <a:spcPts val="0"/>
              </a:spcAft>
              <a:buSzPts val="9600"/>
              <a:buNone/>
              <a:defRPr sz="9600"/>
            </a:lvl4pPr>
            <a:lvl5pPr lvl="4" algn="ctr">
              <a:spcBef>
                <a:spcPts val="0"/>
              </a:spcBef>
              <a:spcAft>
                <a:spcPts val="0"/>
              </a:spcAft>
              <a:buSzPts val="9600"/>
              <a:buNone/>
              <a:defRPr sz="9600"/>
            </a:lvl5pPr>
            <a:lvl6pPr lvl="5" algn="ctr">
              <a:spcBef>
                <a:spcPts val="0"/>
              </a:spcBef>
              <a:spcAft>
                <a:spcPts val="0"/>
              </a:spcAft>
              <a:buSzPts val="9600"/>
              <a:buNone/>
              <a:defRPr sz="9600"/>
            </a:lvl6pPr>
            <a:lvl7pPr lvl="6" algn="ctr">
              <a:spcBef>
                <a:spcPts val="0"/>
              </a:spcBef>
              <a:spcAft>
                <a:spcPts val="0"/>
              </a:spcAft>
              <a:buSzPts val="9600"/>
              <a:buNone/>
              <a:defRPr sz="9600"/>
            </a:lvl7pPr>
            <a:lvl8pPr lvl="7" algn="ctr">
              <a:spcBef>
                <a:spcPts val="0"/>
              </a:spcBef>
              <a:spcAft>
                <a:spcPts val="0"/>
              </a:spcAft>
              <a:buSzPts val="9600"/>
              <a:buNone/>
              <a:defRPr sz="9600"/>
            </a:lvl8pPr>
            <a:lvl9pPr lvl="8" algn="ctr">
              <a:spcBef>
                <a:spcPts val="0"/>
              </a:spcBef>
              <a:spcAft>
                <a:spcPts val="0"/>
              </a:spcAft>
              <a:buSzPts val="9600"/>
              <a:buNone/>
              <a:defRPr sz="9600"/>
            </a:lvl9pPr>
          </a:lstStyle>
          <a:p>
            <a:r>
              <a:t>xx%</a:t>
            </a:r>
          </a:p>
        </p:txBody>
      </p:sp>
      <p:sp>
        <p:nvSpPr>
          <p:cNvPr id="312" name="Google Shape;312;p11"/>
          <p:cNvSpPr txBox="1"/>
          <p:nvPr>
            <p:ph idx="1" type="subTitle"/>
          </p:nvPr>
        </p:nvSpPr>
        <p:spPr>
          <a:xfrm>
            <a:off x="1895625" y="2974697"/>
            <a:ext cx="5352900" cy="497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1600"/>
              </a:spcBef>
              <a:spcAft>
                <a:spcPts val="0"/>
              </a:spcAft>
              <a:buSzPts val="1600"/>
              <a:buNone/>
              <a:defRPr sz="1600"/>
            </a:lvl3pPr>
            <a:lvl4pPr lvl="3" rtl="0" algn="ctr">
              <a:lnSpc>
                <a:spcPct val="100000"/>
              </a:lnSpc>
              <a:spcBef>
                <a:spcPts val="1600"/>
              </a:spcBef>
              <a:spcAft>
                <a:spcPts val="0"/>
              </a:spcAft>
              <a:buSzPts val="1600"/>
              <a:buNone/>
              <a:defRPr sz="1600"/>
            </a:lvl4pPr>
            <a:lvl5pPr lvl="4" rtl="0" algn="ctr">
              <a:lnSpc>
                <a:spcPct val="100000"/>
              </a:lnSpc>
              <a:spcBef>
                <a:spcPts val="1600"/>
              </a:spcBef>
              <a:spcAft>
                <a:spcPts val="0"/>
              </a:spcAft>
              <a:buSzPts val="1600"/>
              <a:buNone/>
              <a:defRPr sz="1600"/>
            </a:lvl5pPr>
            <a:lvl6pPr lvl="5" rtl="0" algn="ctr">
              <a:lnSpc>
                <a:spcPct val="100000"/>
              </a:lnSpc>
              <a:spcBef>
                <a:spcPts val="1600"/>
              </a:spcBef>
              <a:spcAft>
                <a:spcPts val="0"/>
              </a:spcAft>
              <a:buSzPts val="1600"/>
              <a:buNone/>
              <a:defRPr sz="1600"/>
            </a:lvl6pPr>
            <a:lvl7pPr lvl="6" rtl="0" algn="ctr">
              <a:lnSpc>
                <a:spcPct val="100000"/>
              </a:lnSpc>
              <a:spcBef>
                <a:spcPts val="1600"/>
              </a:spcBef>
              <a:spcAft>
                <a:spcPts val="0"/>
              </a:spcAft>
              <a:buSzPts val="1600"/>
              <a:buNone/>
              <a:defRPr sz="1600"/>
            </a:lvl7pPr>
            <a:lvl8pPr lvl="7" rtl="0" algn="ctr">
              <a:lnSpc>
                <a:spcPct val="100000"/>
              </a:lnSpc>
              <a:spcBef>
                <a:spcPts val="1600"/>
              </a:spcBef>
              <a:spcAft>
                <a:spcPts val="0"/>
              </a:spcAft>
              <a:buSzPts val="1600"/>
              <a:buNone/>
              <a:defRPr sz="1600"/>
            </a:lvl8pPr>
            <a:lvl9pPr lvl="8" rtl="0" algn="ctr">
              <a:lnSpc>
                <a:spcPct val="100000"/>
              </a:lnSpc>
              <a:spcBef>
                <a:spcPts val="1600"/>
              </a:spcBef>
              <a:spcAft>
                <a:spcPts val="1600"/>
              </a:spcAft>
              <a:buSzPts val="1600"/>
              <a:buNone/>
              <a:defRPr sz="1600"/>
            </a:lvl9pPr>
          </a:lstStyle>
          <a:p/>
        </p:txBody>
      </p:sp>
      <p:grpSp>
        <p:nvGrpSpPr>
          <p:cNvPr id="313" name="Google Shape;313;p11"/>
          <p:cNvGrpSpPr/>
          <p:nvPr/>
        </p:nvGrpSpPr>
        <p:grpSpPr>
          <a:xfrm>
            <a:off x="162923" y="313870"/>
            <a:ext cx="8660200" cy="4580781"/>
            <a:chOff x="162923" y="313870"/>
            <a:chExt cx="8660200" cy="4580781"/>
          </a:xfrm>
        </p:grpSpPr>
        <p:sp>
          <p:nvSpPr>
            <p:cNvPr id="314" name="Google Shape;314;p11"/>
            <p:cNvSpPr/>
            <p:nvPr/>
          </p:nvSpPr>
          <p:spPr>
            <a:xfrm flipH="1">
              <a:off x="383206" y="15384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15" name="Google Shape;315;p11"/>
            <p:cNvSpPr/>
            <p:nvPr/>
          </p:nvSpPr>
          <p:spPr>
            <a:xfrm>
              <a:off x="162923" y="35455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16" name="Google Shape;316;p11"/>
            <p:cNvSpPr/>
            <p:nvPr/>
          </p:nvSpPr>
          <p:spPr>
            <a:xfrm>
              <a:off x="8745423" y="11251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17" name="Google Shape;317;p11"/>
            <p:cNvSpPr/>
            <p:nvPr/>
          </p:nvSpPr>
          <p:spPr>
            <a:xfrm>
              <a:off x="3991698" y="48169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18" name="Google Shape;318;p11"/>
            <p:cNvSpPr/>
            <p:nvPr/>
          </p:nvSpPr>
          <p:spPr>
            <a:xfrm rot="10800000">
              <a:off x="4876188" y="313870"/>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319" name="Google Shape;319;p11"/>
          <p:cNvGrpSpPr/>
          <p:nvPr/>
        </p:nvGrpSpPr>
        <p:grpSpPr>
          <a:xfrm>
            <a:off x="-134248" y="-76197"/>
            <a:ext cx="3349901" cy="2781700"/>
            <a:chOff x="-134248" y="-76197"/>
            <a:chExt cx="3349901" cy="2781700"/>
          </a:xfrm>
        </p:grpSpPr>
        <p:sp>
          <p:nvSpPr>
            <p:cNvPr id="320" name="Google Shape;320;p11"/>
            <p:cNvSpPr/>
            <p:nvPr/>
          </p:nvSpPr>
          <p:spPr>
            <a:xfrm>
              <a:off x="-134248" y="-76197"/>
              <a:ext cx="3349901" cy="2660502"/>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21" name="Google Shape;321;p11"/>
            <p:cNvSpPr/>
            <p:nvPr/>
          </p:nvSpPr>
          <p:spPr>
            <a:xfrm>
              <a:off x="-97890" y="-76189"/>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22" name="Google Shape;322;p11"/>
            <p:cNvGrpSpPr/>
            <p:nvPr/>
          </p:nvGrpSpPr>
          <p:grpSpPr>
            <a:xfrm rot="10800000">
              <a:off x="485096" y="574712"/>
              <a:ext cx="2383606" cy="2130790"/>
              <a:chOff x="2439425" y="817125"/>
              <a:chExt cx="2884325" cy="2578400"/>
            </a:xfrm>
          </p:grpSpPr>
          <p:sp>
            <p:nvSpPr>
              <p:cNvPr id="323" name="Google Shape;323;p11"/>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324" name="Google Shape;324;p11"/>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325" name="Google Shape;325;p11"/>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26" name="Google Shape;326;p11"/>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27" name="Google Shape;327;p11"/>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28" name="Google Shape;328;p11"/>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nvGrpSpPr>
          <p:cNvPr id="329" name="Google Shape;329;p11"/>
          <p:cNvGrpSpPr/>
          <p:nvPr/>
        </p:nvGrpSpPr>
        <p:grpSpPr>
          <a:xfrm>
            <a:off x="5934377" y="2491203"/>
            <a:ext cx="3349901" cy="2801175"/>
            <a:chOff x="5934377" y="2491203"/>
            <a:chExt cx="3349901" cy="2801175"/>
          </a:xfrm>
        </p:grpSpPr>
        <p:sp>
          <p:nvSpPr>
            <p:cNvPr id="330" name="Google Shape;330;p11"/>
            <p:cNvSpPr/>
            <p:nvPr/>
          </p:nvSpPr>
          <p:spPr>
            <a:xfrm rot="10800000">
              <a:off x="5934377" y="2631875"/>
              <a:ext cx="3349901" cy="2660502"/>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31" name="Google Shape;331;p11"/>
            <p:cNvSpPr/>
            <p:nvPr/>
          </p:nvSpPr>
          <p:spPr>
            <a:xfrm rot="10800000">
              <a:off x="7355593" y="3789470"/>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332" name="Google Shape;332;p11"/>
            <p:cNvGrpSpPr/>
            <p:nvPr/>
          </p:nvGrpSpPr>
          <p:grpSpPr>
            <a:xfrm>
              <a:off x="6227603" y="2491203"/>
              <a:ext cx="2383606" cy="2130790"/>
              <a:chOff x="2439425" y="817125"/>
              <a:chExt cx="2884325" cy="2578400"/>
            </a:xfrm>
          </p:grpSpPr>
          <p:sp>
            <p:nvSpPr>
              <p:cNvPr id="333" name="Google Shape;333;p11"/>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334" name="Google Shape;334;p11"/>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335" name="Google Shape;335;p11"/>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36" name="Google Shape;336;p11"/>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37" name="Google Shape;337;p11"/>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38" name="Google Shape;338;p11"/>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339" name="Shape 339"/>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bg>
      <p:bgPr>
        <a:gradFill>
          <a:gsLst>
            <a:gs pos="0">
              <a:schemeClr val="lt2"/>
            </a:gs>
            <a:gs pos="24000">
              <a:srgbClr val="033FA0"/>
            </a:gs>
            <a:gs pos="56000">
              <a:schemeClr val="dk2"/>
            </a:gs>
            <a:gs pos="100000">
              <a:schemeClr val="lt1"/>
            </a:gs>
          </a:gsLst>
          <a:path path="circle">
            <a:fillToRect r="100%" t="100%"/>
          </a:path>
          <a:tileRect b="-100%" l="-100%"/>
        </a:gradFill>
      </p:bgPr>
    </p:bg>
    <p:spTree>
      <p:nvGrpSpPr>
        <p:cNvPr id="340" name="Shape 340"/>
        <p:cNvGrpSpPr/>
        <p:nvPr/>
      </p:nvGrpSpPr>
      <p:grpSpPr>
        <a:xfrm>
          <a:off x="0" y="0"/>
          <a:ext cx="0" cy="0"/>
          <a:chOff x="0" y="0"/>
          <a:chExt cx="0" cy="0"/>
        </a:xfrm>
      </p:grpSpPr>
      <p:pic>
        <p:nvPicPr>
          <p:cNvPr id="341" name="Google Shape;341;p13"/>
          <p:cNvPicPr preferRelativeResize="0"/>
          <p:nvPr/>
        </p:nvPicPr>
        <p:blipFill>
          <a:blip r:embed="rId2">
            <a:alphaModFix/>
          </a:blip>
          <a:stretch>
            <a:fillRect/>
          </a:stretch>
        </p:blipFill>
        <p:spPr>
          <a:xfrm>
            <a:off x="75" y="0"/>
            <a:ext cx="9144003" cy="5143501"/>
          </a:xfrm>
          <a:prstGeom prst="rect">
            <a:avLst/>
          </a:prstGeom>
          <a:noFill/>
          <a:ln>
            <a:noFill/>
          </a:ln>
        </p:spPr>
      </p:pic>
      <p:sp>
        <p:nvSpPr>
          <p:cNvPr id="342" name="Google Shape;342;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43" name="Google Shape;343;p13"/>
          <p:cNvSpPr txBox="1"/>
          <p:nvPr>
            <p:ph idx="1" type="subTitle"/>
          </p:nvPr>
        </p:nvSpPr>
        <p:spPr>
          <a:xfrm>
            <a:off x="1736820" y="2037168"/>
            <a:ext cx="27816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4" name="Google Shape;344;p13"/>
          <p:cNvSpPr txBox="1"/>
          <p:nvPr>
            <p:ph idx="2" type="subTitle"/>
          </p:nvPr>
        </p:nvSpPr>
        <p:spPr>
          <a:xfrm>
            <a:off x="5416181" y="2037168"/>
            <a:ext cx="27816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5" name="Google Shape;345;p13"/>
          <p:cNvSpPr txBox="1"/>
          <p:nvPr>
            <p:ph idx="3" type="subTitle"/>
          </p:nvPr>
        </p:nvSpPr>
        <p:spPr>
          <a:xfrm>
            <a:off x="1736820" y="3774200"/>
            <a:ext cx="27816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6" name="Google Shape;346;p13"/>
          <p:cNvSpPr txBox="1"/>
          <p:nvPr>
            <p:ph idx="4" type="subTitle"/>
          </p:nvPr>
        </p:nvSpPr>
        <p:spPr>
          <a:xfrm>
            <a:off x="5416181" y="3774200"/>
            <a:ext cx="2781600" cy="625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347" name="Google Shape;347;p13"/>
          <p:cNvSpPr txBox="1"/>
          <p:nvPr>
            <p:ph hasCustomPrompt="1" idx="5" type="title"/>
          </p:nvPr>
        </p:nvSpPr>
        <p:spPr>
          <a:xfrm>
            <a:off x="946225" y="1735600"/>
            <a:ext cx="633600" cy="55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48" name="Google Shape;348;p13"/>
          <p:cNvSpPr txBox="1"/>
          <p:nvPr>
            <p:ph hasCustomPrompt="1" idx="6" type="title"/>
          </p:nvPr>
        </p:nvSpPr>
        <p:spPr>
          <a:xfrm>
            <a:off x="946225" y="3475150"/>
            <a:ext cx="633600" cy="55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49" name="Google Shape;349;p13"/>
          <p:cNvSpPr txBox="1"/>
          <p:nvPr>
            <p:ph hasCustomPrompt="1" idx="7" type="title"/>
          </p:nvPr>
        </p:nvSpPr>
        <p:spPr>
          <a:xfrm>
            <a:off x="4650500" y="1735600"/>
            <a:ext cx="633600" cy="55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0" name="Google Shape;350;p13"/>
          <p:cNvSpPr txBox="1"/>
          <p:nvPr>
            <p:ph hasCustomPrompt="1" idx="8" type="title"/>
          </p:nvPr>
        </p:nvSpPr>
        <p:spPr>
          <a:xfrm>
            <a:off x="4627702" y="3475150"/>
            <a:ext cx="633600" cy="5514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SzPts val="3000"/>
              <a:buNone/>
              <a:defRPr sz="2100"/>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a:r>
              <a:t>xx%</a:t>
            </a:r>
          </a:p>
        </p:txBody>
      </p:sp>
      <p:sp>
        <p:nvSpPr>
          <p:cNvPr id="351" name="Google Shape;351;p13"/>
          <p:cNvSpPr txBox="1"/>
          <p:nvPr>
            <p:ph idx="9" type="subTitle"/>
          </p:nvPr>
        </p:nvSpPr>
        <p:spPr>
          <a:xfrm>
            <a:off x="1736809" y="1549550"/>
            <a:ext cx="2781600" cy="62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2" name="Google Shape;352;p13"/>
          <p:cNvSpPr txBox="1"/>
          <p:nvPr>
            <p:ph idx="13" type="subTitle"/>
          </p:nvPr>
        </p:nvSpPr>
        <p:spPr>
          <a:xfrm>
            <a:off x="5416176" y="1549550"/>
            <a:ext cx="2781600" cy="6258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3" name="Google Shape;353;p13"/>
          <p:cNvSpPr txBox="1"/>
          <p:nvPr>
            <p:ph idx="14" type="subTitle"/>
          </p:nvPr>
        </p:nvSpPr>
        <p:spPr>
          <a:xfrm>
            <a:off x="1736809" y="3321175"/>
            <a:ext cx="2781600" cy="59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354" name="Google Shape;354;p13"/>
          <p:cNvSpPr txBox="1"/>
          <p:nvPr>
            <p:ph idx="15" type="subTitle"/>
          </p:nvPr>
        </p:nvSpPr>
        <p:spPr>
          <a:xfrm>
            <a:off x="5416176" y="3321175"/>
            <a:ext cx="2781600" cy="591300"/>
          </a:xfrm>
          <a:prstGeom prst="rect">
            <a:avLst/>
          </a:prstGeom>
        </p:spPr>
        <p:txBody>
          <a:bodyPr anchorCtr="0" anchor="b" bIns="91425" lIns="91425" spcFirstLastPara="1" rIns="91425" wrap="square" tIns="91425">
            <a:noAutofit/>
          </a:bodyPr>
          <a:lstStyle>
            <a:lvl1pPr lvl="0" rtl="0">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355" name="Google Shape;355;p13"/>
          <p:cNvGrpSpPr/>
          <p:nvPr/>
        </p:nvGrpSpPr>
        <p:grpSpPr>
          <a:xfrm>
            <a:off x="282475" y="301264"/>
            <a:ext cx="8579350" cy="4540973"/>
            <a:chOff x="282475" y="301264"/>
            <a:chExt cx="8579350" cy="4540973"/>
          </a:xfrm>
        </p:grpSpPr>
        <p:grpSp>
          <p:nvGrpSpPr>
            <p:cNvPr id="356" name="Google Shape;356;p13"/>
            <p:cNvGrpSpPr/>
            <p:nvPr/>
          </p:nvGrpSpPr>
          <p:grpSpPr>
            <a:xfrm>
              <a:off x="8686750" y="301264"/>
              <a:ext cx="175075" cy="2067598"/>
              <a:chOff x="8612875" y="179970"/>
              <a:chExt cx="175075" cy="2067598"/>
            </a:xfrm>
          </p:grpSpPr>
          <p:pic>
            <p:nvPicPr>
              <p:cNvPr id="357" name="Google Shape;357;p13"/>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358" name="Google Shape;358;p13"/>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nvGrpSpPr>
            <p:cNvPr id="359" name="Google Shape;359;p13"/>
            <p:cNvGrpSpPr/>
            <p:nvPr/>
          </p:nvGrpSpPr>
          <p:grpSpPr>
            <a:xfrm>
              <a:off x="282475" y="2774639"/>
              <a:ext cx="175075" cy="2067598"/>
              <a:chOff x="8612875" y="179970"/>
              <a:chExt cx="175075" cy="2067598"/>
            </a:xfrm>
          </p:grpSpPr>
          <p:pic>
            <p:nvPicPr>
              <p:cNvPr id="360" name="Google Shape;360;p13"/>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361" name="Google Shape;361;p13"/>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grpSp>
        <p:nvGrpSpPr>
          <p:cNvPr id="362" name="Google Shape;362;p13"/>
          <p:cNvGrpSpPr/>
          <p:nvPr/>
        </p:nvGrpSpPr>
        <p:grpSpPr>
          <a:xfrm>
            <a:off x="-1" y="0"/>
            <a:ext cx="9165378" cy="5143500"/>
            <a:chOff x="-1" y="0"/>
            <a:chExt cx="9165378" cy="5143500"/>
          </a:xfrm>
        </p:grpSpPr>
        <p:sp>
          <p:nvSpPr>
            <p:cNvPr id="363" name="Google Shape;363;p13"/>
            <p:cNvSpPr/>
            <p:nvPr/>
          </p:nvSpPr>
          <p:spPr>
            <a:xfrm>
              <a:off x="-1"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364" name="Google Shape;364;p13"/>
            <p:cNvSpPr/>
            <p:nvPr/>
          </p:nvSpPr>
          <p:spPr>
            <a:xfrm rot="10800000">
              <a:off x="6914274" y="455225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365" name="Google Shape;365;p13"/>
          <p:cNvGrpSpPr/>
          <p:nvPr/>
        </p:nvGrpSpPr>
        <p:grpSpPr>
          <a:xfrm>
            <a:off x="412640" y="780839"/>
            <a:ext cx="6228528" cy="4212394"/>
            <a:chOff x="412640" y="780839"/>
            <a:chExt cx="6228528" cy="4212394"/>
          </a:xfrm>
        </p:grpSpPr>
        <p:grpSp>
          <p:nvGrpSpPr>
            <p:cNvPr id="366" name="Google Shape;366;p13"/>
            <p:cNvGrpSpPr/>
            <p:nvPr/>
          </p:nvGrpSpPr>
          <p:grpSpPr>
            <a:xfrm>
              <a:off x="412640" y="780839"/>
              <a:ext cx="1127828" cy="71819"/>
              <a:chOff x="-230925" y="1276800"/>
              <a:chExt cx="1822900" cy="116100"/>
            </a:xfrm>
          </p:grpSpPr>
          <p:sp>
            <p:nvSpPr>
              <p:cNvPr id="367" name="Google Shape;367;p13"/>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8" name="Google Shape;368;p13"/>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69" name="Google Shape;369;p13"/>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0" name="Google Shape;370;p13"/>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1" name="Google Shape;371;p13"/>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2" name="Google Shape;372;p13"/>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3" name="Google Shape;373;p13"/>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4" name="Google Shape;374;p13"/>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5" name="Google Shape;375;p13"/>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376" name="Google Shape;376;p13"/>
            <p:cNvGrpSpPr/>
            <p:nvPr/>
          </p:nvGrpSpPr>
          <p:grpSpPr>
            <a:xfrm>
              <a:off x="5513340" y="4921414"/>
              <a:ext cx="1127828" cy="71819"/>
              <a:chOff x="-230925" y="1276800"/>
              <a:chExt cx="1822900" cy="116100"/>
            </a:xfrm>
          </p:grpSpPr>
          <p:sp>
            <p:nvSpPr>
              <p:cNvPr id="377" name="Google Shape;377;p13"/>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8" name="Google Shape;378;p13"/>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79" name="Google Shape;379;p13"/>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0" name="Google Shape;380;p13"/>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1" name="Google Shape;381;p13"/>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2" name="Google Shape;382;p13"/>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3" name="Google Shape;383;p13"/>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4" name="Google Shape;384;p13"/>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385" name="Google Shape;385;p13"/>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grpSp>
        <p:nvGrpSpPr>
          <p:cNvPr id="386" name="Google Shape;386;p13"/>
          <p:cNvGrpSpPr/>
          <p:nvPr/>
        </p:nvGrpSpPr>
        <p:grpSpPr>
          <a:xfrm>
            <a:off x="635523" y="591251"/>
            <a:ext cx="7443150" cy="4250975"/>
            <a:chOff x="635523" y="591251"/>
            <a:chExt cx="7443150" cy="4250975"/>
          </a:xfrm>
        </p:grpSpPr>
        <p:sp>
          <p:nvSpPr>
            <p:cNvPr id="387" name="Google Shape;387;p13"/>
            <p:cNvSpPr/>
            <p:nvPr/>
          </p:nvSpPr>
          <p:spPr>
            <a:xfrm>
              <a:off x="8000973" y="5912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88" name="Google Shape;388;p13"/>
            <p:cNvSpPr/>
            <p:nvPr/>
          </p:nvSpPr>
          <p:spPr>
            <a:xfrm>
              <a:off x="4188698" y="47645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89" name="Google Shape;389;p13"/>
            <p:cNvSpPr/>
            <p:nvPr/>
          </p:nvSpPr>
          <p:spPr>
            <a:xfrm>
              <a:off x="635523" y="15040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390" name="Shape 390"/>
        <p:cNvGrpSpPr/>
        <p:nvPr/>
      </p:nvGrpSpPr>
      <p:grpSpPr>
        <a:xfrm>
          <a:off x="0" y="0"/>
          <a:ext cx="0" cy="0"/>
          <a:chOff x="0" y="0"/>
          <a:chExt cx="0" cy="0"/>
        </a:xfrm>
      </p:grpSpPr>
      <p:pic>
        <p:nvPicPr>
          <p:cNvPr id="391" name="Google Shape;391;p14"/>
          <p:cNvPicPr preferRelativeResize="0"/>
          <p:nvPr/>
        </p:nvPicPr>
        <p:blipFill>
          <a:blip r:embed="rId2">
            <a:alphaModFix/>
          </a:blip>
          <a:stretch>
            <a:fillRect/>
          </a:stretch>
        </p:blipFill>
        <p:spPr>
          <a:xfrm>
            <a:off x="-1" y="0"/>
            <a:ext cx="9144003" cy="5143501"/>
          </a:xfrm>
          <a:prstGeom prst="rect">
            <a:avLst/>
          </a:prstGeom>
          <a:noFill/>
          <a:ln>
            <a:noFill/>
          </a:ln>
        </p:spPr>
      </p:pic>
      <p:sp>
        <p:nvSpPr>
          <p:cNvPr id="392" name="Google Shape;392;p14"/>
          <p:cNvSpPr txBox="1"/>
          <p:nvPr>
            <p:ph type="title"/>
          </p:nvPr>
        </p:nvSpPr>
        <p:spPr>
          <a:xfrm>
            <a:off x="1911000" y="3100300"/>
            <a:ext cx="5322000" cy="5319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393" name="Google Shape;393;p14"/>
          <p:cNvSpPr txBox="1"/>
          <p:nvPr>
            <p:ph idx="1" type="subTitle"/>
          </p:nvPr>
        </p:nvSpPr>
        <p:spPr>
          <a:xfrm>
            <a:off x="1621400" y="1511325"/>
            <a:ext cx="5901300" cy="147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3000"/>
              <a:buNone/>
              <a:defRPr sz="2500"/>
            </a:lvl1pPr>
            <a:lvl2pPr lvl="1" rtl="0" algn="ctr">
              <a:lnSpc>
                <a:spcPct val="100000"/>
              </a:lnSpc>
              <a:spcBef>
                <a:spcPts val="0"/>
              </a:spcBef>
              <a:spcAft>
                <a:spcPts val="0"/>
              </a:spcAft>
              <a:buSzPts val="3000"/>
              <a:buNone/>
              <a:defRPr sz="3000"/>
            </a:lvl2pPr>
            <a:lvl3pPr lvl="2" rtl="0" algn="ctr">
              <a:lnSpc>
                <a:spcPct val="100000"/>
              </a:lnSpc>
              <a:spcBef>
                <a:spcPts val="1600"/>
              </a:spcBef>
              <a:spcAft>
                <a:spcPts val="0"/>
              </a:spcAft>
              <a:buSzPts val="3000"/>
              <a:buNone/>
              <a:defRPr sz="3000"/>
            </a:lvl3pPr>
            <a:lvl4pPr lvl="3" rtl="0" algn="ctr">
              <a:lnSpc>
                <a:spcPct val="100000"/>
              </a:lnSpc>
              <a:spcBef>
                <a:spcPts val="1600"/>
              </a:spcBef>
              <a:spcAft>
                <a:spcPts val="0"/>
              </a:spcAft>
              <a:buSzPts val="3000"/>
              <a:buNone/>
              <a:defRPr sz="3000"/>
            </a:lvl4pPr>
            <a:lvl5pPr lvl="4" rtl="0" algn="ctr">
              <a:lnSpc>
                <a:spcPct val="100000"/>
              </a:lnSpc>
              <a:spcBef>
                <a:spcPts val="1600"/>
              </a:spcBef>
              <a:spcAft>
                <a:spcPts val="0"/>
              </a:spcAft>
              <a:buSzPts val="3000"/>
              <a:buNone/>
              <a:defRPr sz="3000"/>
            </a:lvl5pPr>
            <a:lvl6pPr lvl="5" rtl="0" algn="ctr">
              <a:lnSpc>
                <a:spcPct val="100000"/>
              </a:lnSpc>
              <a:spcBef>
                <a:spcPts val="1600"/>
              </a:spcBef>
              <a:spcAft>
                <a:spcPts val="0"/>
              </a:spcAft>
              <a:buSzPts val="3000"/>
              <a:buNone/>
              <a:defRPr sz="3000"/>
            </a:lvl6pPr>
            <a:lvl7pPr lvl="6" rtl="0" algn="ctr">
              <a:lnSpc>
                <a:spcPct val="100000"/>
              </a:lnSpc>
              <a:spcBef>
                <a:spcPts val="1600"/>
              </a:spcBef>
              <a:spcAft>
                <a:spcPts val="0"/>
              </a:spcAft>
              <a:buSzPts val="3000"/>
              <a:buNone/>
              <a:defRPr sz="3000"/>
            </a:lvl7pPr>
            <a:lvl8pPr lvl="7" rtl="0" algn="ctr">
              <a:lnSpc>
                <a:spcPct val="100000"/>
              </a:lnSpc>
              <a:spcBef>
                <a:spcPts val="1600"/>
              </a:spcBef>
              <a:spcAft>
                <a:spcPts val="0"/>
              </a:spcAft>
              <a:buSzPts val="3000"/>
              <a:buNone/>
              <a:defRPr sz="3000"/>
            </a:lvl8pPr>
            <a:lvl9pPr lvl="8" rtl="0" algn="ctr">
              <a:lnSpc>
                <a:spcPct val="100000"/>
              </a:lnSpc>
              <a:spcBef>
                <a:spcPts val="1600"/>
              </a:spcBef>
              <a:spcAft>
                <a:spcPts val="1600"/>
              </a:spcAft>
              <a:buSzPts val="3000"/>
              <a:buNone/>
              <a:defRPr sz="3000"/>
            </a:lvl9pPr>
          </a:lstStyle>
          <a:p/>
        </p:txBody>
      </p:sp>
      <p:grpSp>
        <p:nvGrpSpPr>
          <p:cNvPr id="394" name="Google Shape;394;p14"/>
          <p:cNvGrpSpPr/>
          <p:nvPr/>
        </p:nvGrpSpPr>
        <p:grpSpPr>
          <a:xfrm>
            <a:off x="327123" y="360751"/>
            <a:ext cx="8468455" cy="4330950"/>
            <a:chOff x="327123" y="360751"/>
            <a:chExt cx="8468455" cy="4330950"/>
          </a:xfrm>
        </p:grpSpPr>
        <p:sp>
          <p:nvSpPr>
            <p:cNvPr id="395" name="Google Shape;395;p14"/>
            <p:cNvSpPr/>
            <p:nvPr/>
          </p:nvSpPr>
          <p:spPr>
            <a:xfrm rot="10800000">
              <a:off x="8717878" y="188697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96" name="Google Shape;396;p14"/>
            <p:cNvSpPr/>
            <p:nvPr/>
          </p:nvSpPr>
          <p:spPr>
            <a:xfrm>
              <a:off x="7377208" y="3607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97" name="Google Shape;397;p14"/>
            <p:cNvSpPr/>
            <p:nvPr/>
          </p:nvSpPr>
          <p:spPr>
            <a:xfrm>
              <a:off x="327123" y="30226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98" name="Google Shape;398;p14"/>
            <p:cNvSpPr/>
            <p:nvPr/>
          </p:nvSpPr>
          <p:spPr>
            <a:xfrm>
              <a:off x="2708793" y="4384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399" name="Google Shape;399;p14"/>
            <p:cNvSpPr/>
            <p:nvPr/>
          </p:nvSpPr>
          <p:spPr>
            <a:xfrm>
              <a:off x="3472688" y="46140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400" name="Google Shape;400;p14"/>
          <p:cNvGrpSpPr/>
          <p:nvPr/>
        </p:nvGrpSpPr>
        <p:grpSpPr>
          <a:xfrm>
            <a:off x="-177062" y="-182307"/>
            <a:ext cx="3134861" cy="3091407"/>
            <a:chOff x="-177062" y="-182307"/>
            <a:chExt cx="3134861" cy="3091407"/>
          </a:xfrm>
        </p:grpSpPr>
        <p:sp>
          <p:nvSpPr>
            <p:cNvPr id="401" name="Google Shape;401;p14"/>
            <p:cNvSpPr/>
            <p:nvPr/>
          </p:nvSpPr>
          <p:spPr>
            <a:xfrm>
              <a:off x="-120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02" name="Google Shape;402;p14"/>
            <p:cNvSpPr/>
            <p:nvPr/>
          </p:nvSpPr>
          <p:spPr>
            <a:xfrm>
              <a:off x="-141891" y="-182307"/>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03" name="Google Shape;403;p14"/>
            <p:cNvGrpSpPr/>
            <p:nvPr/>
          </p:nvGrpSpPr>
          <p:grpSpPr>
            <a:xfrm>
              <a:off x="-177062" y="9"/>
              <a:ext cx="2454681" cy="2278610"/>
              <a:chOff x="5398760" y="2293721"/>
              <a:chExt cx="2953888" cy="2742009"/>
            </a:xfrm>
          </p:grpSpPr>
          <p:sp>
            <p:nvSpPr>
              <p:cNvPr id="404" name="Google Shape;404;p14"/>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5" name="Google Shape;405;p14"/>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06" name="Google Shape;406;p14"/>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407" name="Google Shape;407;p14"/>
            <p:cNvGrpSpPr/>
            <p:nvPr/>
          </p:nvGrpSpPr>
          <p:grpSpPr>
            <a:xfrm>
              <a:off x="250881" y="187584"/>
              <a:ext cx="438336" cy="939067"/>
              <a:chOff x="327075" y="263775"/>
              <a:chExt cx="576228" cy="1234478"/>
            </a:xfrm>
          </p:grpSpPr>
          <p:sp>
            <p:nvSpPr>
              <p:cNvPr id="408" name="Google Shape;408;p14"/>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09" name="Google Shape;409;p14"/>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0" name="Google Shape;410;p14"/>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1" name="Google Shape;411;p14"/>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2" name="Google Shape;412;p14"/>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3" name="Google Shape;413;p14"/>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4" name="Google Shape;414;p14"/>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5" name="Google Shape;415;p14"/>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6" name="Google Shape;416;p14"/>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7" name="Google Shape;417;p14"/>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18" name="Google Shape;418;p14"/>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nvGrpSpPr>
          <p:cNvPr id="419" name="Google Shape;419;p14"/>
          <p:cNvGrpSpPr/>
          <p:nvPr/>
        </p:nvGrpSpPr>
        <p:grpSpPr>
          <a:xfrm>
            <a:off x="6130736" y="2312896"/>
            <a:ext cx="3190326" cy="3091407"/>
            <a:chOff x="6130736" y="2312896"/>
            <a:chExt cx="3190326" cy="3091407"/>
          </a:xfrm>
        </p:grpSpPr>
        <p:sp>
          <p:nvSpPr>
            <p:cNvPr id="420" name="Google Shape;420;p14"/>
            <p:cNvSpPr/>
            <p:nvPr/>
          </p:nvSpPr>
          <p:spPr>
            <a:xfrm rot="10800000">
              <a:off x="6130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21" name="Google Shape;421;p14"/>
            <p:cNvSpPr/>
            <p:nvPr/>
          </p:nvSpPr>
          <p:spPr>
            <a:xfrm rot="10800000">
              <a:off x="7338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22" name="Google Shape;422;p14"/>
            <p:cNvGrpSpPr/>
            <p:nvPr/>
          </p:nvGrpSpPr>
          <p:grpSpPr>
            <a:xfrm rot="10800000">
              <a:off x="6866381" y="2915056"/>
              <a:ext cx="2454681" cy="2278610"/>
              <a:chOff x="5398760" y="2293721"/>
              <a:chExt cx="2953888" cy="2742009"/>
            </a:xfrm>
          </p:grpSpPr>
          <p:sp>
            <p:nvSpPr>
              <p:cNvPr id="423" name="Google Shape;423;p14"/>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4" name="Google Shape;424;p14"/>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425" name="Google Shape;425;p14"/>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426" name="Google Shape;426;p14"/>
            <p:cNvGrpSpPr/>
            <p:nvPr/>
          </p:nvGrpSpPr>
          <p:grpSpPr>
            <a:xfrm rot="10800000">
              <a:off x="8487318" y="4095345"/>
              <a:ext cx="438336" cy="939067"/>
              <a:chOff x="327075" y="263775"/>
              <a:chExt cx="576228" cy="1234478"/>
            </a:xfrm>
          </p:grpSpPr>
          <p:sp>
            <p:nvSpPr>
              <p:cNvPr id="427" name="Google Shape;427;p14"/>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28" name="Google Shape;428;p14"/>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29" name="Google Shape;429;p14"/>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0" name="Google Shape;430;p14"/>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1" name="Google Shape;431;p14"/>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2" name="Google Shape;432;p14"/>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3" name="Google Shape;433;p14"/>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4" name="Google Shape;434;p14"/>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5" name="Google Shape;435;p14"/>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6" name="Google Shape;436;p14"/>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37" name="Google Shape;437;p14"/>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1">
  <p:cSld name="CUSTOM_10">
    <p:spTree>
      <p:nvGrpSpPr>
        <p:cNvPr id="438" name="Shape 438"/>
        <p:cNvGrpSpPr/>
        <p:nvPr/>
      </p:nvGrpSpPr>
      <p:grpSpPr>
        <a:xfrm>
          <a:off x="0" y="0"/>
          <a:ext cx="0" cy="0"/>
          <a:chOff x="0" y="0"/>
          <a:chExt cx="0" cy="0"/>
        </a:xfrm>
      </p:grpSpPr>
      <p:pic>
        <p:nvPicPr>
          <p:cNvPr id="439" name="Google Shape;439;p15"/>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440" name="Google Shape;440;p15"/>
          <p:cNvSpPr txBox="1"/>
          <p:nvPr>
            <p:ph type="title"/>
          </p:nvPr>
        </p:nvSpPr>
        <p:spPr>
          <a:xfrm>
            <a:off x="2956750" y="1732550"/>
            <a:ext cx="4840800" cy="1392600"/>
          </a:xfrm>
          <a:prstGeom prst="rect">
            <a:avLst/>
          </a:prstGeom>
        </p:spPr>
        <p:txBody>
          <a:bodyPr anchorCtr="0" anchor="b" bIns="91425" lIns="91425" spcFirstLastPara="1" rIns="91425" wrap="square" tIns="91425">
            <a:noAutofit/>
          </a:bodyPr>
          <a:lstStyle>
            <a:lvl1pPr lvl="0" rtl="0">
              <a:spcBef>
                <a:spcPts val="0"/>
              </a:spcBef>
              <a:spcAft>
                <a:spcPts val="0"/>
              </a:spcAft>
              <a:buSzPts val="3600"/>
              <a:buNone/>
              <a:defRPr sz="40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441" name="Google Shape;441;p15"/>
          <p:cNvSpPr txBox="1"/>
          <p:nvPr>
            <p:ph hasCustomPrompt="1" idx="2" type="title"/>
          </p:nvPr>
        </p:nvSpPr>
        <p:spPr>
          <a:xfrm>
            <a:off x="1346450" y="2014767"/>
            <a:ext cx="1445100" cy="1282200"/>
          </a:xfrm>
          <a:prstGeom prst="rect">
            <a:avLst/>
          </a:prstGeom>
          <a:no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lvl1pPr lvl="0" rtl="0" algn="ctr">
              <a:spcBef>
                <a:spcPts val="0"/>
              </a:spcBef>
              <a:spcAft>
                <a:spcPts val="0"/>
              </a:spcAft>
              <a:buClr>
                <a:schemeClr val="lt1"/>
              </a:buClr>
              <a:buSzPts val="6000"/>
              <a:buNone/>
              <a:defRPr sz="58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442" name="Google Shape;442;p15"/>
          <p:cNvSpPr txBox="1"/>
          <p:nvPr>
            <p:ph idx="1" type="subTitle"/>
          </p:nvPr>
        </p:nvSpPr>
        <p:spPr>
          <a:xfrm>
            <a:off x="2956750" y="3035925"/>
            <a:ext cx="4840800" cy="375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6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443" name="Google Shape;443;p15"/>
          <p:cNvGrpSpPr/>
          <p:nvPr/>
        </p:nvGrpSpPr>
        <p:grpSpPr>
          <a:xfrm>
            <a:off x="422075" y="272938"/>
            <a:ext cx="8358174" cy="4649750"/>
            <a:chOff x="422075" y="272938"/>
            <a:chExt cx="8358174" cy="4649750"/>
          </a:xfrm>
        </p:grpSpPr>
        <p:pic>
          <p:nvPicPr>
            <p:cNvPr id="444" name="Google Shape;444;p15"/>
            <p:cNvPicPr preferRelativeResize="0"/>
            <p:nvPr/>
          </p:nvPicPr>
          <p:blipFill>
            <a:blip r:embed="rId3">
              <a:alphaModFix/>
            </a:blip>
            <a:stretch>
              <a:fillRect/>
            </a:stretch>
          </p:blipFill>
          <p:spPr>
            <a:xfrm flipH="1">
              <a:off x="422075" y="272938"/>
              <a:ext cx="2007499" cy="318700"/>
            </a:xfrm>
            <a:prstGeom prst="rect">
              <a:avLst/>
            </a:prstGeom>
            <a:noFill/>
            <a:ln>
              <a:noFill/>
            </a:ln>
          </p:spPr>
        </p:pic>
        <p:pic>
          <p:nvPicPr>
            <p:cNvPr id="445" name="Google Shape;445;p15"/>
            <p:cNvPicPr preferRelativeResize="0"/>
            <p:nvPr/>
          </p:nvPicPr>
          <p:blipFill>
            <a:blip r:embed="rId3">
              <a:alphaModFix/>
            </a:blip>
            <a:stretch>
              <a:fillRect/>
            </a:stretch>
          </p:blipFill>
          <p:spPr>
            <a:xfrm flipH="1">
              <a:off x="6772750" y="4603988"/>
              <a:ext cx="2007499" cy="318700"/>
            </a:xfrm>
            <a:prstGeom prst="rect">
              <a:avLst/>
            </a:prstGeom>
            <a:noFill/>
            <a:ln>
              <a:noFill/>
            </a:ln>
          </p:spPr>
        </p:pic>
      </p:grpSp>
      <p:grpSp>
        <p:nvGrpSpPr>
          <p:cNvPr id="446" name="Google Shape;446;p15"/>
          <p:cNvGrpSpPr/>
          <p:nvPr/>
        </p:nvGrpSpPr>
        <p:grpSpPr>
          <a:xfrm>
            <a:off x="422073" y="438451"/>
            <a:ext cx="8310180" cy="4265600"/>
            <a:chOff x="422073" y="438451"/>
            <a:chExt cx="8310180" cy="4265600"/>
          </a:xfrm>
        </p:grpSpPr>
        <p:sp>
          <p:nvSpPr>
            <p:cNvPr id="447" name="Google Shape;447;p15"/>
            <p:cNvSpPr/>
            <p:nvPr/>
          </p:nvSpPr>
          <p:spPr>
            <a:xfrm rot="10800000">
              <a:off x="8654553" y="2994804"/>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48" name="Google Shape;448;p15"/>
            <p:cNvSpPr/>
            <p:nvPr/>
          </p:nvSpPr>
          <p:spPr>
            <a:xfrm>
              <a:off x="422073" y="20710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49" name="Google Shape;449;p15"/>
            <p:cNvSpPr/>
            <p:nvPr/>
          </p:nvSpPr>
          <p:spPr>
            <a:xfrm>
              <a:off x="4929698" y="4384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50" name="Google Shape;450;p15"/>
            <p:cNvSpPr/>
            <p:nvPr/>
          </p:nvSpPr>
          <p:spPr>
            <a:xfrm>
              <a:off x="5811098" y="46263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451" name="Google Shape;451;p15"/>
          <p:cNvGrpSpPr/>
          <p:nvPr/>
        </p:nvGrpSpPr>
        <p:grpSpPr>
          <a:xfrm>
            <a:off x="-347226" y="2682610"/>
            <a:ext cx="3429974" cy="2460899"/>
            <a:chOff x="-347226" y="2682610"/>
            <a:chExt cx="3429974" cy="2460899"/>
          </a:xfrm>
        </p:grpSpPr>
        <p:sp>
          <p:nvSpPr>
            <p:cNvPr id="452" name="Google Shape;452;p15"/>
            <p:cNvSpPr/>
            <p:nvPr/>
          </p:nvSpPr>
          <p:spPr>
            <a:xfrm flipH="1" rot="10800000">
              <a:off x="-15828" y="2682610"/>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3" name="Google Shape;453;p15"/>
            <p:cNvSpPr/>
            <p:nvPr/>
          </p:nvSpPr>
          <p:spPr>
            <a:xfrm flipH="1" rot="10800000">
              <a:off x="-1" y="4552256"/>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54" name="Google Shape;454;p15"/>
            <p:cNvGrpSpPr/>
            <p:nvPr/>
          </p:nvGrpSpPr>
          <p:grpSpPr>
            <a:xfrm flipH="1" rot="10800000">
              <a:off x="-347226" y="3528820"/>
              <a:ext cx="3153725" cy="940604"/>
              <a:chOff x="-104552" y="1952776"/>
              <a:chExt cx="5543549" cy="1653374"/>
            </a:xfrm>
          </p:grpSpPr>
          <p:sp>
            <p:nvSpPr>
              <p:cNvPr id="455" name="Google Shape;455;p15"/>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6" name="Google Shape;456;p15"/>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7" name="Google Shape;457;p15"/>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8" name="Google Shape;458;p15"/>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59" name="Google Shape;459;p15"/>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460" name="Google Shape;460;p15"/>
          <p:cNvGrpSpPr/>
          <p:nvPr/>
        </p:nvGrpSpPr>
        <p:grpSpPr>
          <a:xfrm>
            <a:off x="6071578" y="-3"/>
            <a:ext cx="3429974" cy="2460899"/>
            <a:chOff x="6071578" y="-3"/>
            <a:chExt cx="3429974" cy="2460899"/>
          </a:xfrm>
        </p:grpSpPr>
        <p:sp>
          <p:nvSpPr>
            <p:cNvPr id="461" name="Google Shape;461;p15"/>
            <p:cNvSpPr/>
            <p:nvPr/>
          </p:nvSpPr>
          <p:spPr>
            <a:xfrm flipH="1">
              <a:off x="6071578" y="-3"/>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2" name="Google Shape;462;p15"/>
            <p:cNvSpPr/>
            <p:nvPr/>
          </p:nvSpPr>
          <p:spPr>
            <a:xfrm flipH="1">
              <a:off x="6903224"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63" name="Google Shape;463;p15"/>
            <p:cNvGrpSpPr/>
            <p:nvPr/>
          </p:nvGrpSpPr>
          <p:grpSpPr>
            <a:xfrm flipH="1">
              <a:off x="6347827" y="674081"/>
              <a:ext cx="3153725" cy="940604"/>
              <a:chOff x="-104552" y="1952776"/>
              <a:chExt cx="5543549" cy="1653374"/>
            </a:xfrm>
          </p:grpSpPr>
          <p:sp>
            <p:nvSpPr>
              <p:cNvPr id="464" name="Google Shape;464;p15"/>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5" name="Google Shape;465;p15"/>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6" name="Google Shape;466;p15"/>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7" name="Google Shape;467;p15"/>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68" name="Google Shape;468;p15"/>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2">
    <p:spTree>
      <p:nvGrpSpPr>
        <p:cNvPr id="469" name="Shape 469"/>
        <p:cNvGrpSpPr/>
        <p:nvPr/>
      </p:nvGrpSpPr>
      <p:grpSpPr>
        <a:xfrm>
          <a:off x="0" y="0"/>
          <a:ext cx="0" cy="0"/>
          <a:chOff x="0" y="0"/>
          <a:chExt cx="0" cy="0"/>
        </a:xfrm>
      </p:grpSpPr>
      <p:pic>
        <p:nvPicPr>
          <p:cNvPr id="470" name="Google Shape;470;p16"/>
          <p:cNvPicPr preferRelativeResize="0"/>
          <p:nvPr/>
        </p:nvPicPr>
        <p:blipFill>
          <a:blip r:embed="rId2">
            <a:alphaModFix/>
          </a:blip>
          <a:stretch>
            <a:fillRect/>
          </a:stretch>
        </p:blipFill>
        <p:spPr>
          <a:xfrm>
            <a:off x="75" y="0"/>
            <a:ext cx="9144003" cy="5143501"/>
          </a:xfrm>
          <a:prstGeom prst="rect">
            <a:avLst/>
          </a:prstGeom>
          <a:noFill/>
          <a:ln>
            <a:noFill/>
          </a:ln>
        </p:spPr>
      </p:pic>
      <p:sp>
        <p:nvSpPr>
          <p:cNvPr id="471" name="Google Shape;471;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72" name="Google Shape;472;p16"/>
          <p:cNvGrpSpPr/>
          <p:nvPr/>
        </p:nvGrpSpPr>
        <p:grpSpPr>
          <a:xfrm>
            <a:off x="7382100" y="3346296"/>
            <a:ext cx="2081611" cy="2058007"/>
            <a:chOff x="7382100" y="3346296"/>
            <a:chExt cx="2081611" cy="2058007"/>
          </a:xfrm>
        </p:grpSpPr>
        <p:sp>
          <p:nvSpPr>
            <p:cNvPr id="473" name="Google Shape;473;p16"/>
            <p:cNvSpPr/>
            <p:nvPr/>
          </p:nvSpPr>
          <p:spPr>
            <a:xfrm rot="10800000">
              <a:off x="7382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474" name="Google Shape;474;p16"/>
            <p:cNvGrpSpPr/>
            <p:nvPr/>
          </p:nvGrpSpPr>
          <p:grpSpPr>
            <a:xfrm rot="10800000">
              <a:off x="8487318" y="4095345"/>
              <a:ext cx="438336" cy="939067"/>
              <a:chOff x="327075" y="263775"/>
              <a:chExt cx="576228" cy="1234478"/>
            </a:xfrm>
          </p:grpSpPr>
          <p:sp>
            <p:nvSpPr>
              <p:cNvPr id="475" name="Google Shape;475;p16"/>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76" name="Google Shape;476;p16"/>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77" name="Google Shape;477;p16"/>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78" name="Google Shape;478;p16"/>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79" name="Google Shape;479;p16"/>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0" name="Google Shape;480;p16"/>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1" name="Google Shape;481;p16"/>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2" name="Google Shape;482;p16"/>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3" name="Google Shape;483;p16"/>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4" name="Google Shape;484;p16"/>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5" name="Google Shape;485;p16"/>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cxnSp>
          <p:nvCxnSpPr>
            <p:cNvPr id="486" name="Google Shape;486;p16"/>
            <p:cNvCxnSpPr/>
            <p:nvPr/>
          </p:nvCxnSpPr>
          <p:spPr>
            <a:xfrm flipH="1" rot="10800000">
              <a:off x="7459111"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grpSp>
        <p:nvGrpSpPr>
          <p:cNvPr id="487" name="Google Shape;487;p16"/>
          <p:cNvGrpSpPr/>
          <p:nvPr/>
        </p:nvGrpSpPr>
        <p:grpSpPr>
          <a:xfrm>
            <a:off x="203403" y="275501"/>
            <a:ext cx="7422920" cy="4580950"/>
            <a:chOff x="203403" y="275501"/>
            <a:chExt cx="7422920" cy="4580950"/>
          </a:xfrm>
        </p:grpSpPr>
        <p:sp>
          <p:nvSpPr>
            <p:cNvPr id="488" name="Google Shape;488;p16"/>
            <p:cNvSpPr/>
            <p:nvPr/>
          </p:nvSpPr>
          <p:spPr>
            <a:xfrm rot="10800000">
              <a:off x="203403" y="112822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89" name="Google Shape;489;p16"/>
            <p:cNvSpPr/>
            <p:nvPr/>
          </p:nvSpPr>
          <p:spPr>
            <a:xfrm>
              <a:off x="7548623" y="2755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90" name="Google Shape;490;p16"/>
            <p:cNvSpPr/>
            <p:nvPr/>
          </p:nvSpPr>
          <p:spPr>
            <a:xfrm>
              <a:off x="5811098" y="47787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2_1">
    <p:spTree>
      <p:nvGrpSpPr>
        <p:cNvPr id="491" name="Shape 491"/>
        <p:cNvGrpSpPr/>
        <p:nvPr/>
      </p:nvGrpSpPr>
      <p:grpSpPr>
        <a:xfrm>
          <a:off x="0" y="0"/>
          <a:ext cx="0" cy="0"/>
          <a:chOff x="0" y="0"/>
          <a:chExt cx="0" cy="0"/>
        </a:xfrm>
      </p:grpSpPr>
      <p:pic>
        <p:nvPicPr>
          <p:cNvPr id="492" name="Google Shape;492;p17"/>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493" name="Google Shape;493;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94" name="Google Shape;494;p17"/>
          <p:cNvGrpSpPr/>
          <p:nvPr/>
        </p:nvGrpSpPr>
        <p:grpSpPr>
          <a:xfrm>
            <a:off x="-189310" y="-1"/>
            <a:ext cx="1476472" cy="1172618"/>
            <a:chOff x="-15828" y="-3"/>
            <a:chExt cx="3098576" cy="2460899"/>
          </a:xfrm>
        </p:grpSpPr>
        <p:sp>
          <p:nvSpPr>
            <p:cNvPr id="495" name="Google Shape;495;p17"/>
            <p:cNvSpPr/>
            <p:nvPr/>
          </p:nvSpPr>
          <p:spPr>
            <a:xfrm>
              <a:off x="-15828" y="-3"/>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496" name="Google Shape;496;p17"/>
            <p:cNvSpPr/>
            <p:nvPr/>
          </p:nvSpPr>
          <p:spPr>
            <a:xfrm>
              <a:off x="-15826"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497" name="Google Shape;497;p17"/>
          <p:cNvGrpSpPr/>
          <p:nvPr/>
        </p:nvGrpSpPr>
        <p:grpSpPr>
          <a:xfrm>
            <a:off x="355803" y="1189901"/>
            <a:ext cx="8184920" cy="3666550"/>
            <a:chOff x="355803" y="1189901"/>
            <a:chExt cx="8184920" cy="3666550"/>
          </a:xfrm>
        </p:grpSpPr>
        <p:sp>
          <p:nvSpPr>
            <p:cNvPr id="498" name="Google Shape;498;p17"/>
            <p:cNvSpPr/>
            <p:nvPr/>
          </p:nvSpPr>
          <p:spPr>
            <a:xfrm rot="10800000">
              <a:off x="355803" y="189022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499" name="Google Shape;499;p17"/>
            <p:cNvSpPr/>
            <p:nvPr/>
          </p:nvSpPr>
          <p:spPr>
            <a:xfrm>
              <a:off x="8463023" y="1189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00" name="Google Shape;500;p17"/>
            <p:cNvSpPr/>
            <p:nvPr/>
          </p:nvSpPr>
          <p:spPr>
            <a:xfrm>
              <a:off x="5277698" y="47787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
    <p:spTree>
      <p:nvGrpSpPr>
        <p:cNvPr id="501" name="Shape 501"/>
        <p:cNvGrpSpPr/>
        <p:nvPr/>
      </p:nvGrpSpPr>
      <p:grpSpPr>
        <a:xfrm>
          <a:off x="0" y="0"/>
          <a:ext cx="0" cy="0"/>
          <a:chOff x="0" y="0"/>
          <a:chExt cx="0" cy="0"/>
        </a:xfrm>
      </p:grpSpPr>
      <p:pic>
        <p:nvPicPr>
          <p:cNvPr id="502" name="Google Shape;502;p18"/>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503" name="Google Shape;503;p18"/>
          <p:cNvSpPr txBox="1"/>
          <p:nvPr>
            <p:ph type="title"/>
          </p:nvPr>
        </p:nvSpPr>
        <p:spPr>
          <a:xfrm>
            <a:off x="1022038" y="1232075"/>
            <a:ext cx="3437100" cy="1810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04" name="Google Shape;504;p18"/>
          <p:cNvSpPr txBox="1"/>
          <p:nvPr>
            <p:ph idx="1" type="subTitle"/>
          </p:nvPr>
        </p:nvSpPr>
        <p:spPr>
          <a:xfrm>
            <a:off x="1022038" y="3042325"/>
            <a:ext cx="3437100" cy="8691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160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05" name="Google Shape;505;p18"/>
          <p:cNvSpPr/>
          <p:nvPr>
            <p:ph idx="2" type="pic"/>
          </p:nvPr>
        </p:nvSpPr>
        <p:spPr>
          <a:xfrm>
            <a:off x="4847538" y="981225"/>
            <a:ext cx="3274500" cy="3181200"/>
          </a:xfrm>
          <a:prstGeom prst="rect">
            <a:avLst/>
          </a:prstGeom>
          <a:noFill/>
          <a:ln cap="flat" cmpd="sng" w="9525">
            <a:solidFill>
              <a:schemeClr val="dk1"/>
            </a:solidFill>
            <a:prstDash val="solid"/>
            <a:round/>
            <a:headEnd len="sm" w="sm" type="none"/>
            <a:tailEnd len="sm" w="sm" type="none"/>
          </a:ln>
        </p:spPr>
      </p:sp>
      <p:sp>
        <p:nvSpPr>
          <p:cNvPr id="506" name="Google Shape;506;p18"/>
          <p:cNvSpPr/>
          <p:nvPr/>
        </p:nvSpPr>
        <p:spPr>
          <a:xfrm rot="10800000">
            <a:off x="6104572" y="2682610"/>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07" name="Google Shape;507;p18"/>
          <p:cNvSpPr/>
          <p:nvPr/>
        </p:nvSpPr>
        <p:spPr>
          <a:xfrm rot="10800000">
            <a:off x="6936219" y="4552256"/>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08" name="Google Shape;508;p18"/>
          <p:cNvGrpSpPr/>
          <p:nvPr/>
        </p:nvGrpSpPr>
        <p:grpSpPr>
          <a:xfrm rot="10800000">
            <a:off x="6380822" y="3528820"/>
            <a:ext cx="3153725" cy="940604"/>
            <a:chOff x="-104552" y="1952776"/>
            <a:chExt cx="5543549" cy="1653374"/>
          </a:xfrm>
        </p:grpSpPr>
        <p:sp>
          <p:nvSpPr>
            <p:cNvPr id="509" name="Google Shape;509;p18"/>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0" name="Google Shape;510;p18"/>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1" name="Google Shape;511;p18"/>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2" name="Google Shape;512;p18"/>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13" name="Google Shape;513;p18"/>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
        <p:nvSpPr>
          <p:cNvPr id="514" name="Google Shape;514;p18"/>
          <p:cNvSpPr/>
          <p:nvPr/>
        </p:nvSpPr>
        <p:spPr>
          <a:xfrm>
            <a:off x="-76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nvGrpSpPr>
          <p:cNvPr id="515" name="Google Shape;515;p18"/>
          <p:cNvGrpSpPr/>
          <p:nvPr/>
        </p:nvGrpSpPr>
        <p:grpSpPr>
          <a:xfrm>
            <a:off x="395048" y="281101"/>
            <a:ext cx="8293815" cy="4613550"/>
            <a:chOff x="395048" y="281101"/>
            <a:chExt cx="8293815" cy="4613550"/>
          </a:xfrm>
        </p:grpSpPr>
        <p:sp>
          <p:nvSpPr>
            <p:cNvPr id="516" name="Google Shape;516;p18"/>
            <p:cNvSpPr/>
            <p:nvPr/>
          </p:nvSpPr>
          <p:spPr>
            <a:xfrm>
              <a:off x="395048" y="32396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17" name="Google Shape;517;p18"/>
            <p:cNvSpPr/>
            <p:nvPr/>
          </p:nvSpPr>
          <p:spPr>
            <a:xfrm>
              <a:off x="2140623" y="2811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18" name="Google Shape;518;p18"/>
            <p:cNvSpPr/>
            <p:nvPr/>
          </p:nvSpPr>
          <p:spPr>
            <a:xfrm>
              <a:off x="3991698" y="48169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19" name="Google Shape;519;p18"/>
            <p:cNvSpPr/>
            <p:nvPr/>
          </p:nvSpPr>
          <p:spPr>
            <a:xfrm rot="10800000">
              <a:off x="8611163" y="903520"/>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520" name="Shape 520"/>
        <p:cNvGrpSpPr/>
        <p:nvPr/>
      </p:nvGrpSpPr>
      <p:grpSpPr>
        <a:xfrm>
          <a:off x="0" y="0"/>
          <a:ext cx="0" cy="0"/>
          <a:chOff x="0" y="0"/>
          <a:chExt cx="0" cy="0"/>
        </a:xfrm>
      </p:grpSpPr>
      <p:pic>
        <p:nvPicPr>
          <p:cNvPr id="521" name="Google Shape;521;p19"/>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522" name="Google Shape;522;p19"/>
          <p:cNvSpPr txBox="1"/>
          <p:nvPr>
            <p:ph type="title"/>
          </p:nvPr>
        </p:nvSpPr>
        <p:spPr>
          <a:xfrm>
            <a:off x="720000" y="1685423"/>
            <a:ext cx="3394800" cy="10014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23" name="Google Shape;523;p19"/>
          <p:cNvSpPr txBox="1"/>
          <p:nvPr>
            <p:ph idx="1" type="subTitle"/>
          </p:nvPr>
        </p:nvSpPr>
        <p:spPr>
          <a:xfrm>
            <a:off x="720000" y="2610673"/>
            <a:ext cx="33948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24" name="Google Shape;524;p19"/>
          <p:cNvSpPr/>
          <p:nvPr/>
        </p:nvSpPr>
        <p:spPr>
          <a:xfrm flipH="1" rot="10800000">
            <a:off x="-171942" y="2874622"/>
            <a:ext cx="2509200" cy="24339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25" name="Google Shape;525;p19"/>
          <p:cNvSpPr/>
          <p:nvPr/>
        </p:nvSpPr>
        <p:spPr>
          <a:xfrm flipH="1" rot="10800000">
            <a:off x="-37225" y="3941181"/>
            <a:ext cx="1542721" cy="122524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26" name="Google Shape;526;p19"/>
          <p:cNvSpPr/>
          <p:nvPr/>
        </p:nvSpPr>
        <p:spPr>
          <a:xfrm flipH="1">
            <a:off x="6832633" y="-195628"/>
            <a:ext cx="2509200" cy="24339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27" name="Google Shape;527;p19"/>
          <p:cNvSpPr/>
          <p:nvPr/>
        </p:nvSpPr>
        <p:spPr>
          <a:xfrm flipH="1">
            <a:off x="7664395" y="-53532"/>
            <a:ext cx="1542721" cy="122524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528" name="Shape 528"/>
        <p:cNvGrpSpPr/>
        <p:nvPr/>
      </p:nvGrpSpPr>
      <p:grpSpPr>
        <a:xfrm>
          <a:off x="0" y="0"/>
          <a:ext cx="0" cy="0"/>
          <a:chOff x="0" y="0"/>
          <a:chExt cx="0" cy="0"/>
        </a:xfrm>
      </p:grpSpPr>
      <p:pic>
        <p:nvPicPr>
          <p:cNvPr id="529" name="Google Shape;529;p20"/>
          <p:cNvPicPr preferRelativeResize="0"/>
          <p:nvPr/>
        </p:nvPicPr>
        <p:blipFill>
          <a:blip r:embed="rId2">
            <a:alphaModFix/>
          </a:blip>
          <a:stretch>
            <a:fillRect/>
          </a:stretch>
        </p:blipFill>
        <p:spPr>
          <a:xfrm>
            <a:off x="75" y="0"/>
            <a:ext cx="9144003" cy="5143501"/>
          </a:xfrm>
          <a:prstGeom prst="rect">
            <a:avLst/>
          </a:prstGeom>
          <a:noFill/>
          <a:ln>
            <a:noFill/>
          </a:ln>
        </p:spPr>
      </p:pic>
      <p:sp>
        <p:nvSpPr>
          <p:cNvPr id="530" name="Google Shape;530;p20"/>
          <p:cNvSpPr txBox="1"/>
          <p:nvPr>
            <p:ph type="title"/>
          </p:nvPr>
        </p:nvSpPr>
        <p:spPr>
          <a:xfrm>
            <a:off x="4800600" y="1812028"/>
            <a:ext cx="3383400" cy="8853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31" name="Google Shape;531;p20"/>
          <p:cNvSpPr txBox="1"/>
          <p:nvPr>
            <p:ph idx="1" type="subTitle"/>
          </p:nvPr>
        </p:nvSpPr>
        <p:spPr>
          <a:xfrm>
            <a:off x="4800750" y="2621228"/>
            <a:ext cx="3383400" cy="8052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532" name="Google Shape;532;p20"/>
          <p:cNvSpPr/>
          <p:nvPr/>
        </p:nvSpPr>
        <p:spPr>
          <a:xfrm>
            <a:off x="-15828" y="-3"/>
            <a:ext cx="3098576" cy="2460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3" name="Google Shape;533;p20"/>
          <p:cNvSpPr/>
          <p:nvPr/>
        </p:nvSpPr>
        <p:spPr>
          <a:xfrm>
            <a:off x="-15826"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pic>
        <p:nvPicPr>
          <p:cNvPr id="534" name="Google Shape;534;p20"/>
          <p:cNvPicPr preferRelativeResize="0"/>
          <p:nvPr/>
        </p:nvPicPr>
        <p:blipFill>
          <a:blip r:embed="rId3">
            <a:alphaModFix/>
          </a:blip>
          <a:stretch>
            <a:fillRect/>
          </a:stretch>
        </p:blipFill>
        <p:spPr>
          <a:xfrm>
            <a:off x="422075" y="4603988"/>
            <a:ext cx="2007499" cy="318700"/>
          </a:xfrm>
          <a:prstGeom prst="rect">
            <a:avLst/>
          </a:prstGeom>
          <a:noFill/>
          <a:ln>
            <a:noFill/>
          </a:ln>
        </p:spPr>
      </p:pic>
      <p:grpSp>
        <p:nvGrpSpPr>
          <p:cNvPr id="535" name="Google Shape;535;p20"/>
          <p:cNvGrpSpPr/>
          <p:nvPr/>
        </p:nvGrpSpPr>
        <p:grpSpPr>
          <a:xfrm>
            <a:off x="-347226" y="674081"/>
            <a:ext cx="3153725" cy="940604"/>
            <a:chOff x="-104552" y="1952776"/>
            <a:chExt cx="5543549" cy="1653374"/>
          </a:xfrm>
        </p:grpSpPr>
        <p:sp>
          <p:nvSpPr>
            <p:cNvPr id="536" name="Google Shape;536;p20"/>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7" name="Google Shape;537;p20"/>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8" name="Google Shape;538;p20"/>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39" name="Google Shape;539;p20"/>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40" name="Google Shape;540;p20"/>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2">
    <p:spTree>
      <p:nvGrpSpPr>
        <p:cNvPr id="541" name="Shape 541"/>
        <p:cNvGrpSpPr/>
        <p:nvPr/>
      </p:nvGrpSpPr>
      <p:grpSpPr>
        <a:xfrm>
          <a:off x="0" y="0"/>
          <a:ext cx="0" cy="0"/>
          <a:chOff x="0" y="0"/>
          <a:chExt cx="0" cy="0"/>
        </a:xfrm>
      </p:grpSpPr>
      <p:pic>
        <p:nvPicPr>
          <p:cNvPr id="542" name="Google Shape;542;p21"/>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543" name="Google Shape;543;p21"/>
          <p:cNvSpPr txBox="1"/>
          <p:nvPr>
            <p:ph type="title"/>
          </p:nvPr>
        </p:nvSpPr>
        <p:spPr>
          <a:xfrm>
            <a:off x="720000" y="1743450"/>
            <a:ext cx="3479100" cy="938100"/>
          </a:xfrm>
          <a:prstGeom prst="rect">
            <a:avLst/>
          </a:prstGeom>
        </p:spPr>
        <p:txBody>
          <a:bodyPr anchorCtr="0" anchor="b"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44" name="Google Shape;544;p21"/>
          <p:cNvSpPr txBox="1"/>
          <p:nvPr>
            <p:ph idx="1" type="subTitle"/>
          </p:nvPr>
        </p:nvSpPr>
        <p:spPr>
          <a:xfrm>
            <a:off x="720000" y="2605400"/>
            <a:ext cx="3479100" cy="80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45" name="Google Shape;545;p21"/>
          <p:cNvGrpSpPr/>
          <p:nvPr/>
        </p:nvGrpSpPr>
        <p:grpSpPr>
          <a:xfrm>
            <a:off x="474823" y="500651"/>
            <a:ext cx="8141950" cy="4308900"/>
            <a:chOff x="474823" y="500651"/>
            <a:chExt cx="8141950" cy="4308900"/>
          </a:xfrm>
        </p:grpSpPr>
        <p:sp>
          <p:nvSpPr>
            <p:cNvPr id="546" name="Google Shape;546;p21"/>
            <p:cNvSpPr/>
            <p:nvPr/>
          </p:nvSpPr>
          <p:spPr>
            <a:xfrm>
              <a:off x="8539073" y="1242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47" name="Google Shape;547;p21"/>
            <p:cNvSpPr/>
            <p:nvPr/>
          </p:nvSpPr>
          <p:spPr>
            <a:xfrm>
              <a:off x="474823" y="24508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48" name="Google Shape;548;p21"/>
            <p:cNvSpPr/>
            <p:nvPr/>
          </p:nvSpPr>
          <p:spPr>
            <a:xfrm>
              <a:off x="2851198" y="5006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49" name="Google Shape;549;p21"/>
            <p:cNvSpPr/>
            <p:nvPr/>
          </p:nvSpPr>
          <p:spPr>
            <a:xfrm>
              <a:off x="4899048" y="47318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550" name="Google Shape;550;p21"/>
          <p:cNvGrpSpPr/>
          <p:nvPr/>
        </p:nvGrpSpPr>
        <p:grpSpPr>
          <a:xfrm>
            <a:off x="6174736" y="2312896"/>
            <a:ext cx="3288975" cy="3091407"/>
            <a:chOff x="6174736" y="2312896"/>
            <a:chExt cx="3288975" cy="3091407"/>
          </a:xfrm>
        </p:grpSpPr>
        <p:sp>
          <p:nvSpPr>
            <p:cNvPr id="551" name="Google Shape;551;p21"/>
            <p:cNvSpPr/>
            <p:nvPr/>
          </p:nvSpPr>
          <p:spPr>
            <a:xfrm rot="10800000">
              <a:off x="6174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2" name="Google Shape;552;p21"/>
            <p:cNvSpPr/>
            <p:nvPr/>
          </p:nvSpPr>
          <p:spPr>
            <a:xfrm rot="10800000">
              <a:off x="7382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53" name="Google Shape;553;p21"/>
            <p:cNvGrpSpPr/>
            <p:nvPr/>
          </p:nvGrpSpPr>
          <p:grpSpPr>
            <a:xfrm rot="10800000">
              <a:off x="8487318" y="4095345"/>
              <a:ext cx="438336" cy="939067"/>
              <a:chOff x="327075" y="263775"/>
              <a:chExt cx="576228" cy="1234478"/>
            </a:xfrm>
          </p:grpSpPr>
          <p:sp>
            <p:nvSpPr>
              <p:cNvPr id="554" name="Google Shape;554;p21"/>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5" name="Google Shape;555;p21"/>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6" name="Google Shape;556;p21"/>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7" name="Google Shape;557;p21"/>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8" name="Google Shape;558;p21"/>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59" name="Google Shape;559;p21"/>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0" name="Google Shape;560;p21"/>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1" name="Google Shape;561;p21"/>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2" name="Google Shape;562;p21"/>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3" name="Google Shape;563;p21"/>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64" name="Google Shape;564;p21"/>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cxnSp>
          <p:nvCxnSpPr>
            <p:cNvPr id="565" name="Google Shape;565;p21"/>
            <p:cNvCxnSpPr/>
            <p:nvPr/>
          </p:nvCxnSpPr>
          <p:spPr>
            <a:xfrm flipH="1" rot="10800000">
              <a:off x="7459111"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566" name="Google Shape;566;p21"/>
            <p:cNvGrpSpPr/>
            <p:nvPr/>
          </p:nvGrpSpPr>
          <p:grpSpPr>
            <a:xfrm rot="10800000">
              <a:off x="6435739" y="2556191"/>
              <a:ext cx="2953888" cy="2742009"/>
              <a:chOff x="5398760" y="2293721"/>
              <a:chExt cx="2953888" cy="2742009"/>
            </a:xfrm>
          </p:grpSpPr>
          <p:sp>
            <p:nvSpPr>
              <p:cNvPr id="567" name="Google Shape;567;p21"/>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8" name="Google Shape;568;p21"/>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69" name="Google Shape;569;p21"/>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4_2_1">
    <p:spTree>
      <p:nvGrpSpPr>
        <p:cNvPr id="570" name="Shape 570"/>
        <p:cNvGrpSpPr/>
        <p:nvPr/>
      </p:nvGrpSpPr>
      <p:grpSpPr>
        <a:xfrm>
          <a:off x="0" y="0"/>
          <a:ext cx="0" cy="0"/>
          <a:chOff x="0" y="0"/>
          <a:chExt cx="0" cy="0"/>
        </a:xfrm>
      </p:grpSpPr>
      <p:pic>
        <p:nvPicPr>
          <p:cNvPr id="571" name="Google Shape;571;p22"/>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572" name="Google Shape;572;p22"/>
          <p:cNvSpPr txBox="1"/>
          <p:nvPr>
            <p:ph type="title"/>
          </p:nvPr>
        </p:nvSpPr>
        <p:spPr>
          <a:xfrm>
            <a:off x="2201600" y="1821450"/>
            <a:ext cx="4740900" cy="5727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sz="3400"/>
            </a:lvl1pPr>
            <a:lvl2pPr lvl="1" rtl="0" algn="ctr">
              <a:spcBef>
                <a:spcPts val="0"/>
              </a:spcBef>
              <a:spcAft>
                <a:spcPts val="0"/>
              </a:spcAft>
              <a:buSzPts val="2800"/>
              <a:buNone/>
              <a:defRPr/>
            </a:lvl2pPr>
            <a:lvl3pPr lvl="2" rtl="0" algn="ctr">
              <a:spcBef>
                <a:spcPts val="0"/>
              </a:spcBef>
              <a:spcAft>
                <a:spcPts val="0"/>
              </a:spcAft>
              <a:buSzPts val="2800"/>
              <a:buNone/>
              <a:defRPr/>
            </a:lvl3pPr>
            <a:lvl4pPr lvl="3" rtl="0" algn="ctr">
              <a:spcBef>
                <a:spcPts val="0"/>
              </a:spcBef>
              <a:spcAft>
                <a:spcPts val="0"/>
              </a:spcAft>
              <a:buSzPts val="2800"/>
              <a:buNone/>
              <a:defRPr/>
            </a:lvl4pPr>
            <a:lvl5pPr lvl="4" rtl="0" algn="ctr">
              <a:spcBef>
                <a:spcPts val="0"/>
              </a:spcBef>
              <a:spcAft>
                <a:spcPts val="0"/>
              </a:spcAft>
              <a:buSzPts val="2800"/>
              <a:buNone/>
              <a:defRPr/>
            </a:lvl5pPr>
            <a:lvl6pPr lvl="5" rtl="0" algn="ctr">
              <a:spcBef>
                <a:spcPts val="0"/>
              </a:spcBef>
              <a:spcAft>
                <a:spcPts val="0"/>
              </a:spcAft>
              <a:buSzPts val="2800"/>
              <a:buNone/>
              <a:defRPr/>
            </a:lvl6pPr>
            <a:lvl7pPr lvl="6" rtl="0" algn="ctr">
              <a:spcBef>
                <a:spcPts val="0"/>
              </a:spcBef>
              <a:spcAft>
                <a:spcPts val="0"/>
              </a:spcAft>
              <a:buSzPts val="2800"/>
              <a:buNone/>
              <a:defRPr/>
            </a:lvl7pPr>
            <a:lvl8pPr lvl="7" rtl="0" algn="ctr">
              <a:spcBef>
                <a:spcPts val="0"/>
              </a:spcBef>
              <a:spcAft>
                <a:spcPts val="0"/>
              </a:spcAft>
              <a:buSzPts val="2800"/>
              <a:buNone/>
              <a:defRPr/>
            </a:lvl8pPr>
            <a:lvl9pPr lvl="8" rtl="0" algn="ctr">
              <a:spcBef>
                <a:spcPts val="0"/>
              </a:spcBef>
              <a:spcAft>
                <a:spcPts val="0"/>
              </a:spcAft>
              <a:buSzPts val="2800"/>
              <a:buNone/>
              <a:defRPr/>
            </a:lvl9pPr>
          </a:lstStyle>
          <a:p/>
        </p:txBody>
      </p:sp>
      <p:sp>
        <p:nvSpPr>
          <p:cNvPr id="573" name="Google Shape;573;p22"/>
          <p:cNvSpPr txBox="1"/>
          <p:nvPr>
            <p:ph idx="1" type="subTitle"/>
          </p:nvPr>
        </p:nvSpPr>
        <p:spPr>
          <a:xfrm>
            <a:off x="2201600" y="2317950"/>
            <a:ext cx="4740900" cy="106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grpSp>
        <p:nvGrpSpPr>
          <p:cNvPr id="574" name="Google Shape;574;p22"/>
          <p:cNvGrpSpPr/>
          <p:nvPr/>
        </p:nvGrpSpPr>
        <p:grpSpPr>
          <a:xfrm>
            <a:off x="-92453" y="-89652"/>
            <a:ext cx="9328906" cy="5768930"/>
            <a:chOff x="-92453" y="-89652"/>
            <a:chExt cx="9328906" cy="5768930"/>
          </a:xfrm>
        </p:grpSpPr>
        <p:grpSp>
          <p:nvGrpSpPr>
            <p:cNvPr id="575" name="Google Shape;575;p22"/>
            <p:cNvGrpSpPr/>
            <p:nvPr/>
          </p:nvGrpSpPr>
          <p:grpSpPr>
            <a:xfrm>
              <a:off x="-92453" y="-89652"/>
              <a:ext cx="2588196" cy="2402549"/>
              <a:chOff x="5398760" y="2293721"/>
              <a:chExt cx="2953888" cy="2742009"/>
            </a:xfrm>
          </p:grpSpPr>
          <p:sp>
            <p:nvSpPr>
              <p:cNvPr id="576" name="Google Shape;576;p2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7" name="Google Shape;577;p2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78" name="Google Shape;578;p2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579" name="Google Shape;579;p22"/>
            <p:cNvGrpSpPr/>
            <p:nvPr/>
          </p:nvGrpSpPr>
          <p:grpSpPr>
            <a:xfrm rot="10800000">
              <a:off x="6648257" y="3276729"/>
              <a:ext cx="2588196" cy="2402549"/>
              <a:chOff x="5398760" y="2293721"/>
              <a:chExt cx="2953888" cy="2742009"/>
            </a:xfrm>
          </p:grpSpPr>
          <p:sp>
            <p:nvSpPr>
              <p:cNvPr id="580" name="Google Shape;580;p2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1" name="Google Shape;581;p2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582" name="Google Shape;582;p2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grpSp>
        <p:nvGrpSpPr>
          <p:cNvPr id="583" name="Google Shape;583;p22"/>
          <p:cNvGrpSpPr/>
          <p:nvPr/>
        </p:nvGrpSpPr>
        <p:grpSpPr>
          <a:xfrm>
            <a:off x="474823" y="500651"/>
            <a:ext cx="8246880" cy="4308900"/>
            <a:chOff x="474823" y="500651"/>
            <a:chExt cx="8246880" cy="4308900"/>
          </a:xfrm>
        </p:grpSpPr>
        <p:sp>
          <p:nvSpPr>
            <p:cNvPr id="584" name="Google Shape;584;p22"/>
            <p:cNvSpPr/>
            <p:nvPr/>
          </p:nvSpPr>
          <p:spPr>
            <a:xfrm rot="10800000">
              <a:off x="8644003" y="2831404"/>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5" name="Google Shape;585;p22"/>
            <p:cNvSpPr/>
            <p:nvPr/>
          </p:nvSpPr>
          <p:spPr>
            <a:xfrm>
              <a:off x="8539073" y="1242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6" name="Google Shape;586;p22"/>
            <p:cNvSpPr/>
            <p:nvPr/>
          </p:nvSpPr>
          <p:spPr>
            <a:xfrm>
              <a:off x="474823" y="24508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7" name="Google Shape;587;p22"/>
            <p:cNvSpPr/>
            <p:nvPr/>
          </p:nvSpPr>
          <p:spPr>
            <a:xfrm>
              <a:off x="2851198" y="5006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88" name="Google Shape;588;p22"/>
            <p:cNvSpPr/>
            <p:nvPr/>
          </p:nvSpPr>
          <p:spPr>
            <a:xfrm>
              <a:off x="6423048" y="47318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589" name="Google Shape;589;p22"/>
          <p:cNvGrpSpPr/>
          <p:nvPr/>
        </p:nvGrpSpPr>
        <p:grpSpPr>
          <a:xfrm>
            <a:off x="-456125" y="2312896"/>
            <a:ext cx="3469389" cy="3091407"/>
            <a:chOff x="-456125" y="2312896"/>
            <a:chExt cx="3469389" cy="3091407"/>
          </a:xfrm>
        </p:grpSpPr>
        <p:sp>
          <p:nvSpPr>
            <p:cNvPr id="590" name="Google Shape;590;p22"/>
            <p:cNvSpPr/>
            <p:nvPr/>
          </p:nvSpPr>
          <p:spPr>
            <a:xfrm flipH="1" rot="10800000">
              <a:off x="-64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591" name="Google Shape;591;p22"/>
            <p:cNvSpPr/>
            <p:nvPr/>
          </p:nvSpPr>
          <p:spPr>
            <a:xfrm flipH="1" rot="10800000">
              <a:off x="-86426"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592" name="Google Shape;592;p22"/>
            <p:cNvGrpSpPr/>
            <p:nvPr/>
          </p:nvGrpSpPr>
          <p:grpSpPr>
            <a:xfrm flipH="1" rot="10800000">
              <a:off x="-456125" y="3922931"/>
              <a:ext cx="3153725" cy="940604"/>
              <a:chOff x="-104552" y="1952776"/>
              <a:chExt cx="5543549" cy="1653374"/>
            </a:xfrm>
          </p:grpSpPr>
          <p:sp>
            <p:nvSpPr>
              <p:cNvPr id="593" name="Google Shape;593;p22"/>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4" name="Google Shape;594;p22"/>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5" name="Google Shape;595;p22"/>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6" name="Google Shape;596;p22"/>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597" name="Google Shape;597;p22"/>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grpSp>
        <p:nvGrpSpPr>
          <p:cNvPr id="598" name="Google Shape;598;p22"/>
          <p:cNvGrpSpPr/>
          <p:nvPr/>
        </p:nvGrpSpPr>
        <p:grpSpPr>
          <a:xfrm>
            <a:off x="6186200" y="-182307"/>
            <a:ext cx="3413925" cy="3091407"/>
            <a:chOff x="6186200" y="-182307"/>
            <a:chExt cx="3413925" cy="3091407"/>
          </a:xfrm>
        </p:grpSpPr>
        <p:sp>
          <p:nvSpPr>
            <p:cNvPr id="599" name="Google Shape;599;p22"/>
            <p:cNvSpPr/>
            <p:nvPr/>
          </p:nvSpPr>
          <p:spPr>
            <a:xfrm flipH="1">
              <a:off x="6186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00" name="Google Shape;600;p22"/>
            <p:cNvSpPr/>
            <p:nvPr/>
          </p:nvSpPr>
          <p:spPr>
            <a:xfrm flipH="1">
              <a:off x="7393564" y="-182307"/>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601" name="Google Shape;601;p22"/>
            <p:cNvGrpSpPr/>
            <p:nvPr/>
          </p:nvGrpSpPr>
          <p:grpSpPr>
            <a:xfrm flipH="1">
              <a:off x="6446400" y="98856"/>
              <a:ext cx="3153725" cy="940604"/>
              <a:chOff x="-104552" y="1952776"/>
              <a:chExt cx="5543549" cy="1653374"/>
            </a:xfrm>
          </p:grpSpPr>
          <p:sp>
            <p:nvSpPr>
              <p:cNvPr id="602" name="Google Shape;602;p22"/>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3" name="Google Shape;603;p22"/>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4" name="Google Shape;604;p22"/>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5" name="Google Shape;605;p22"/>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06" name="Google Shape;606;p22"/>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607" name="Shape 607"/>
        <p:cNvGrpSpPr/>
        <p:nvPr/>
      </p:nvGrpSpPr>
      <p:grpSpPr>
        <a:xfrm>
          <a:off x="0" y="0"/>
          <a:ext cx="0" cy="0"/>
          <a:chOff x="0" y="0"/>
          <a:chExt cx="0" cy="0"/>
        </a:xfrm>
      </p:grpSpPr>
      <p:pic>
        <p:nvPicPr>
          <p:cNvPr id="608" name="Google Shape;608;p23"/>
          <p:cNvPicPr preferRelativeResize="0"/>
          <p:nvPr/>
        </p:nvPicPr>
        <p:blipFill>
          <a:blip r:embed="rId2">
            <a:alphaModFix/>
          </a:blip>
          <a:stretch>
            <a:fillRect/>
          </a:stretch>
        </p:blipFill>
        <p:spPr>
          <a:xfrm>
            <a:off x="75" y="0"/>
            <a:ext cx="9144003" cy="5143501"/>
          </a:xfrm>
          <a:prstGeom prst="rect">
            <a:avLst/>
          </a:prstGeom>
          <a:noFill/>
          <a:ln>
            <a:noFill/>
          </a:ln>
        </p:spPr>
      </p:pic>
      <p:sp>
        <p:nvSpPr>
          <p:cNvPr id="609" name="Google Shape;609;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10" name="Google Shape;610;p23"/>
          <p:cNvSpPr txBox="1"/>
          <p:nvPr>
            <p:ph idx="1" type="subTitle"/>
          </p:nvPr>
        </p:nvSpPr>
        <p:spPr>
          <a:xfrm>
            <a:off x="4713982" y="2980823"/>
            <a:ext cx="27822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1" name="Google Shape;611;p23"/>
          <p:cNvSpPr txBox="1"/>
          <p:nvPr>
            <p:ph idx="2" type="subTitle"/>
          </p:nvPr>
        </p:nvSpPr>
        <p:spPr>
          <a:xfrm>
            <a:off x="1647815" y="2980823"/>
            <a:ext cx="2782200" cy="1010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12" name="Google Shape;612;p23"/>
          <p:cNvSpPr txBox="1"/>
          <p:nvPr>
            <p:ph idx="3" type="subTitle"/>
          </p:nvPr>
        </p:nvSpPr>
        <p:spPr>
          <a:xfrm>
            <a:off x="1647815" y="2493200"/>
            <a:ext cx="27822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13" name="Google Shape;613;p23"/>
          <p:cNvSpPr txBox="1"/>
          <p:nvPr>
            <p:ph idx="4" type="subTitle"/>
          </p:nvPr>
        </p:nvSpPr>
        <p:spPr>
          <a:xfrm>
            <a:off x="4713985" y="2493200"/>
            <a:ext cx="2782200" cy="5589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14" name="Google Shape;614;p23"/>
          <p:cNvGrpSpPr/>
          <p:nvPr/>
        </p:nvGrpSpPr>
        <p:grpSpPr>
          <a:xfrm>
            <a:off x="-23445" y="5605"/>
            <a:ext cx="9178445" cy="5137895"/>
            <a:chOff x="-23445" y="5605"/>
            <a:chExt cx="9178445" cy="5137895"/>
          </a:xfrm>
        </p:grpSpPr>
        <p:sp>
          <p:nvSpPr>
            <p:cNvPr id="615" name="Google Shape;615;p23"/>
            <p:cNvSpPr/>
            <p:nvPr/>
          </p:nvSpPr>
          <p:spPr>
            <a:xfrm flipH="1" rot="10800000">
              <a:off x="-23445" y="3746450"/>
              <a:ext cx="1759050" cy="1397050"/>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16" name="Google Shape;616;p23"/>
            <p:cNvSpPr/>
            <p:nvPr/>
          </p:nvSpPr>
          <p:spPr>
            <a:xfrm flipH="1">
              <a:off x="7395950" y="5605"/>
              <a:ext cx="1759050" cy="1397050"/>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617" name="Google Shape;617;p23"/>
          <p:cNvGrpSpPr/>
          <p:nvPr/>
        </p:nvGrpSpPr>
        <p:grpSpPr>
          <a:xfrm>
            <a:off x="282475" y="301264"/>
            <a:ext cx="8558250" cy="4540973"/>
            <a:chOff x="282475" y="301264"/>
            <a:chExt cx="8558250" cy="4540973"/>
          </a:xfrm>
        </p:grpSpPr>
        <p:grpSp>
          <p:nvGrpSpPr>
            <p:cNvPr id="618" name="Google Shape;618;p23"/>
            <p:cNvGrpSpPr/>
            <p:nvPr/>
          </p:nvGrpSpPr>
          <p:grpSpPr>
            <a:xfrm>
              <a:off x="8665650" y="301264"/>
              <a:ext cx="175075" cy="2067598"/>
              <a:chOff x="8612875" y="179970"/>
              <a:chExt cx="175075" cy="2067598"/>
            </a:xfrm>
          </p:grpSpPr>
          <p:pic>
            <p:nvPicPr>
              <p:cNvPr id="619" name="Google Shape;619;p23"/>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620" name="Google Shape;620;p23"/>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nvGrpSpPr>
            <p:cNvPr id="621" name="Google Shape;621;p23"/>
            <p:cNvGrpSpPr/>
            <p:nvPr/>
          </p:nvGrpSpPr>
          <p:grpSpPr>
            <a:xfrm>
              <a:off x="282475" y="2774639"/>
              <a:ext cx="175075" cy="2067598"/>
              <a:chOff x="8612875" y="179970"/>
              <a:chExt cx="175075" cy="2067598"/>
            </a:xfrm>
          </p:grpSpPr>
          <p:pic>
            <p:nvPicPr>
              <p:cNvPr id="622" name="Google Shape;622;p23"/>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623" name="Google Shape;623;p23"/>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grpSp>
        <p:nvGrpSpPr>
          <p:cNvPr id="624" name="Google Shape;624;p23"/>
          <p:cNvGrpSpPr/>
          <p:nvPr/>
        </p:nvGrpSpPr>
        <p:grpSpPr>
          <a:xfrm>
            <a:off x="422073" y="248551"/>
            <a:ext cx="8310180" cy="4455500"/>
            <a:chOff x="422073" y="248551"/>
            <a:chExt cx="8310180" cy="4455500"/>
          </a:xfrm>
        </p:grpSpPr>
        <p:sp>
          <p:nvSpPr>
            <p:cNvPr id="625" name="Google Shape;625;p23"/>
            <p:cNvSpPr/>
            <p:nvPr/>
          </p:nvSpPr>
          <p:spPr>
            <a:xfrm rot="10800000">
              <a:off x="8654553" y="2994804"/>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26" name="Google Shape;626;p23"/>
            <p:cNvSpPr/>
            <p:nvPr/>
          </p:nvSpPr>
          <p:spPr>
            <a:xfrm>
              <a:off x="422073" y="20710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27" name="Google Shape;627;p23"/>
            <p:cNvSpPr/>
            <p:nvPr/>
          </p:nvSpPr>
          <p:spPr>
            <a:xfrm>
              <a:off x="759698" y="2485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28" name="Google Shape;628;p23"/>
            <p:cNvSpPr/>
            <p:nvPr/>
          </p:nvSpPr>
          <p:spPr>
            <a:xfrm>
              <a:off x="5811098" y="46263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2">
  <p:cSld name="TITLE_AND_TWO_COLUMNS_1_1">
    <p:spTree>
      <p:nvGrpSpPr>
        <p:cNvPr id="629" name="Shape 629"/>
        <p:cNvGrpSpPr/>
        <p:nvPr/>
      </p:nvGrpSpPr>
      <p:grpSpPr>
        <a:xfrm>
          <a:off x="0" y="0"/>
          <a:ext cx="0" cy="0"/>
          <a:chOff x="0" y="0"/>
          <a:chExt cx="0" cy="0"/>
        </a:xfrm>
      </p:grpSpPr>
      <p:pic>
        <p:nvPicPr>
          <p:cNvPr id="630" name="Google Shape;630;p24"/>
          <p:cNvPicPr preferRelativeResize="0"/>
          <p:nvPr/>
        </p:nvPicPr>
        <p:blipFill>
          <a:blip r:embed="rId2">
            <a:alphaModFix/>
          </a:blip>
          <a:stretch>
            <a:fillRect/>
          </a:stretch>
        </p:blipFill>
        <p:spPr>
          <a:xfrm>
            <a:off x="75" y="0"/>
            <a:ext cx="9144003" cy="5143501"/>
          </a:xfrm>
          <a:prstGeom prst="rect">
            <a:avLst/>
          </a:prstGeom>
          <a:noFill/>
          <a:ln>
            <a:noFill/>
          </a:ln>
        </p:spPr>
      </p:pic>
      <p:sp>
        <p:nvSpPr>
          <p:cNvPr id="631" name="Google Shape;63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32" name="Google Shape;632;p24"/>
          <p:cNvSpPr txBox="1"/>
          <p:nvPr>
            <p:ph idx="1" type="subTitle"/>
          </p:nvPr>
        </p:nvSpPr>
        <p:spPr>
          <a:xfrm>
            <a:off x="4718494" y="1330125"/>
            <a:ext cx="29478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633" name="Google Shape;633;p24"/>
          <p:cNvSpPr txBox="1"/>
          <p:nvPr>
            <p:ph idx="2" type="subTitle"/>
          </p:nvPr>
        </p:nvSpPr>
        <p:spPr>
          <a:xfrm>
            <a:off x="1477706" y="1330125"/>
            <a:ext cx="2947800" cy="28752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634" name="Google Shape;634;p24"/>
          <p:cNvGrpSpPr/>
          <p:nvPr/>
        </p:nvGrpSpPr>
        <p:grpSpPr>
          <a:xfrm>
            <a:off x="282475" y="301264"/>
            <a:ext cx="8558250" cy="4540973"/>
            <a:chOff x="282475" y="301264"/>
            <a:chExt cx="8558250" cy="4540973"/>
          </a:xfrm>
        </p:grpSpPr>
        <p:grpSp>
          <p:nvGrpSpPr>
            <p:cNvPr id="635" name="Google Shape;635;p24"/>
            <p:cNvGrpSpPr/>
            <p:nvPr/>
          </p:nvGrpSpPr>
          <p:grpSpPr>
            <a:xfrm>
              <a:off x="8665650" y="301264"/>
              <a:ext cx="175075" cy="2067598"/>
              <a:chOff x="8612875" y="179970"/>
              <a:chExt cx="175075" cy="2067598"/>
            </a:xfrm>
          </p:grpSpPr>
          <p:pic>
            <p:nvPicPr>
              <p:cNvPr id="636" name="Google Shape;636;p24"/>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637" name="Google Shape;637;p24"/>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nvGrpSpPr>
            <p:cNvPr id="638" name="Google Shape;638;p24"/>
            <p:cNvGrpSpPr/>
            <p:nvPr/>
          </p:nvGrpSpPr>
          <p:grpSpPr>
            <a:xfrm>
              <a:off x="282475" y="2774639"/>
              <a:ext cx="175075" cy="2067598"/>
              <a:chOff x="8612875" y="179970"/>
              <a:chExt cx="175075" cy="2067598"/>
            </a:xfrm>
          </p:grpSpPr>
          <p:pic>
            <p:nvPicPr>
              <p:cNvPr id="639" name="Google Shape;639;p24"/>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640" name="Google Shape;640;p24"/>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sp>
        <p:nvSpPr>
          <p:cNvPr id="641" name="Google Shape;641;p24"/>
          <p:cNvSpPr/>
          <p:nvPr/>
        </p:nvSpPr>
        <p:spPr>
          <a:xfrm rot="10800000">
            <a:off x="6944953" y="3386804"/>
            <a:ext cx="2225198" cy="176724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642" name="Google Shape;642;p24"/>
          <p:cNvCxnSpPr/>
          <p:nvPr/>
        </p:nvCxnSpPr>
        <p:spPr>
          <a:xfrm flipH="1">
            <a:off x="7288275" y="3437275"/>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643" name="Google Shape;643;p24"/>
          <p:cNvGrpSpPr/>
          <p:nvPr/>
        </p:nvGrpSpPr>
        <p:grpSpPr>
          <a:xfrm>
            <a:off x="422073" y="332951"/>
            <a:ext cx="8310180" cy="4447300"/>
            <a:chOff x="422073" y="332951"/>
            <a:chExt cx="8310180" cy="4447300"/>
          </a:xfrm>
        </p:grpSpPr>
        <p:sp>
          <p:nvSpPr>
            <p:cNvPr id="644" name="Google Shape;644;p24"/>
            <p:cNvSpPr/>
            <p:nvPr/>
          </p:nvSpPr>
          <p:spPr>
            <a:xfrm rot="10800000">
              <a:off x="8654553" y="2994804"/>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45" name="Google Shape;645;p24"/>
            <p:cNvSpPr/>
            <p:nvPr/>
          </p:nvSpPr>
          <p:spPr>
            <a:xfrm>
              <a:off x="422073" y="20710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46" name="Google Shape;646;p24"/>
            <p:cNvSpPr/>
            <p:nvPr/>
          </p:nvSpPr>
          <p:spPr>
            <a:xfrm>
              <a:off x="941523" y="3329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47" name="Google Shape;647;p24"/>
            <p:cNvSpPr/>
            <p:nvPr/>
          </p:nvSpPr>
          <p:spPr>
            <a:xfrm>
              <a:off x="5811098" y="47025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648" name="Shape 648"/>
        <p:cNvGrpSpPr/>
        <p:nvPr/>
      </p:nvGrpSpPr>
      <p:grpSpPr>
        <a:xfrm>
          <a:off x="0" y="0"/>
          <a:ext cx="0" cy="0"/>
          <a:chOff x="0" y="0"/>
          <a:chExt cx="0" cy="0"/>
        </a:xfrm>
      </p:grpSpPr>
      <p:pic>
        <p:nvPicPr>
          <p:cNvPr id="649" name="Google Shape;649;p25"/>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650" name="Google Shape;650;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51" name="Google Shape;651;p25"/>
          <p:cNvSpPr txBox="1"/>
          <p:nvPr>
            <p:ph idx="1" type="subTitle"/>
          </p:nvPr>
        </p:nvSpPr>
        <p:spPr>
          <a:xfrm>
            <a:off x="937626" y="3040503"/>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2" name="Google Shape;652;p25"/>
          <p:cNvSpPr txBox="1"/>
          <p:nvPr>
            <p:ph idx="2" type="subTitle"/>
          </p:nvPr>
        </p:nvSpPr>
        <p:spPr>
          <a:xfrm>
            <a:off x="3484347" y="3040503"/>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3" name="Google Shape;653;p25"/>
          <p:cNvSpPr txBox="1"/>
          <p:nvPr>
            <p:ph idx="3" type="subTitle"/>
          </p:nvPr>
        </p:nvSpPr>
        <p:spPr>
          <a:xfrm>
            <a:off x="6031074" y="3040503"/>
            <a:ext cx="2175300" cy="869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54" name="Google Shape;654;p25"/>
          <p:cNvSpPr txBox="1"/>
          <p:nvPr>
            <p:ph idx="4" type="subTitle"/>
          </p:nvPr>
        </p:nvSpPr>
        <p:spPr>
          <a:xfrm>
            <a:off x="937625" y="25859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5" name="Google Shape;655;p25"/>
          <p:cNvSpPr txBox="1"/>
          <p:nvPr>
            <p:ph idx="5" type="subTitle"/>
          </p:nvPr>
        </p:nvSpPr>
        <p:spPr>
          <a:xfrm>
            <a:off x="3484350" y="25859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56" name="Google Shape;656;p25"/>
          <p:cNvSpPr txBox="1"/>
          <p:nvPr>
            <p:ph idx="6" type="subTitle"/>
          </p:nvPr>
        </p:nvSpPr>
        <p:spPr>
          <a:xfrm>
            <a:off x="6031075" y="2585926"/>
            <a:ext cx="2175300" cy="5277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57" name="Google Shape;657;p25"/>
          <p:cNvGrpSpPr/>
          <p:nvPr/>
        </p:nvGrpSpPr>
        <p:grpSpPr>
          <a:xfrm>
            <a:off x="222711" y="169540"/>
            <a:ext cx="8698578" cy="4804419"/>
            <a:chOff x="222711" y="169540"/>
            <a:chExt cx="8698578" cy="4804419"/>
          </a:xfrm>
        </p:grpSpPr>
        <p:grpSp>
          <p:nvGrpSpPr>
            <p:cNvPr id="658" name="Google Shape;658;p25"/>
            <p:cNvGrpSpPr/>
            <p:nvPr/>
          </p:nvGrpSpPr>
          <p:grpSpPr>
            <a:xfrm>
              <a:off x="7793461" y="4902140"/>
              <a:ext cx="1127828" cy="71819"/>
              <a:chOff x="-230925" y="1276800"/>
              <a:chExt cx="1822900" cy="116100"/>
            </a:xfrm>
          </p:grpSpPr>
          <p:sp>
            <p:nvSpPr>
              <p:cNvPr id="659" name="Google Shape;659;p25"/>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0" name="Google Shape;660;p25"/>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1" name="Google Shape;661;p25"/>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2" name="Google Shape;662;p25"/>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3" name="Google Shape;663;p25"/>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4" name="Google Shape;664;p25"/>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5" name="Google Shape;665;p25"/>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6" name="Google Shape;666;p25"/>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67" name="Google Shape;667;p25"/>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668" name="Google Shape;668;p25"/>
            <p:cNvGrpSpPr/>
            <p:nvPr/>
          </p:nvGrpSpPr>
          <p:grpSpPr>
            <a:xfrm>
              <a:off x="222711" y="169540"/>
              <a:ext cx="1127828" cy="71819"/>
              <a:chOff x="-230925" y="1276800"/>
              <a:chExt cx="1822900" cy="116100"/>
            </a:xfrm>
          </p:grpSpPr>
          <p:sp>
            <p:nvSpPr>
              <p:cNvPr id="669" name="Google Shape;669;p25"/>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0" name="Google Shape;670;p25"/>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1" name="Google Shape;671;p25"/>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2" name="Google Shape;672;p25"/>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3" name="Google Shape;673;p25"/>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4" name="Google Shape;674;p25"/>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5" name="Google Shape;675;p25"/>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6" name="Google Shape;676;p25"/>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677" name="Google Shape;677;p25"/>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grpSp>
        <p:nvGrpSpPr>
          <p:cNvPr id="678" name="Google Shape;678;p25"/>
          <p:cNvGrpSpPr/>
          <p:nvPr/>
        </p:nvGrpSpPr>
        <p:grpSpPr>
          <a:xfrm>
            <a:off x="342273" y="1382651"/>
            <a:ext cx="8293840" cy="3512000"/>
            <a:chOff x="342273" y="1382651"/>
            <a:chExt cx="8293840" cy="3512000"/>
          </a:xfrm>
        </p:grpSpPr>
        <p:sp>
          <p:nvSpPr>
            <p:cNvPr id="679" name="Google Shape;679;p25"/>
            <p:cNvSpPr/>
            <p:nvPr/>
          </p:nvSpPr>
          <p:spPr>
            <a:xfrm>
              <a:off x="342273" y="13826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80" name="Google Shape;680;p25"/>
            <p:cNvSpPr/>
            <p:nvPr/>
          </p:nvSpPr>
          <p:spPr>
            <a:xfrm>
              <a:off x="3991698" y="481695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81" name="Google Shape;681;p25"/>
            <p:cNvSpPr/>
            <p:nvPr/>
          </p:nvSpPr>
          <p:spPr>
            <a:xfrm rot="10800000">
              <a:off x="8558413" y="1898320"/>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682" name="Google Shape;682;p25"/>
          <p:cNvGrpSpPr/>
          <p:nvPr/>
        </p:nvGrpSpPr>
        <p:grpSpPr>
          <a:xfrm>
            <a:off x="-171942" y="-195628"/>
            <a:ext cx="9513775" cy="5504150"/>
            <a:chOff x="-171942" y="-195628"/>
            <a:chExt cx="9513775" cy="5504150"/>
          </a:xfrm>
        </p:grpSpPr>
        <p:sp>
          <p:nvSpPr>
            <p:cNvPr id="683" name="Google Shape;683;p25"/>
            <p:cNvSpPr/>
            <p:nvPr/>
          </p:nvSpPr>
          <p:spPr>
            <a:xfrm flipH="1" rot="10800000">
              <a:off x="-171942" y="2874622"/>
              <a:ext cx="2509200" cy="24339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684" name="Google Shape;684;p25"/>
            <p:cNvSpPr/>
            <p:nvPr/>
          </p:nvSpPr>
          <p:spPr>
            <a:xfrm flipH="1">
              <a:off x="6832633" y="-195628"/>
              <a:ext cx="2509200" cy="24339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685" name="Google Shape;685;p25"/>
          <p:cNvGrpSpPr/>
          <p:nvPr/>
        </p:nvGrpSpPr>
        <p:grpSpPr>
          <a:xfrm>
            <a:off x="-37225" y="-53532"/>
            <a:ext cx="9244341" cy="5219958"/>
            <a:chOff x="-37225" y="-53532"/>
            <a:chExt cx="9244341" cy="5219958"/>
          </a:xfrm>
        </p:grpSpPr>
        <p:sp>
          <p:nvSpPr>
            <p:cNvPr id="686" name="Google Shape;686;p25"/>
            <p:cNvSpPr/>
            <p:nvPr/>
          </p:nvSpPr>
          <p:spPr>
            <a:xfrm flipH="1" rot="10800000">
              <a:off x="-37225" y="3941181"/>
              <a:ext cx="1542721" cy="122524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687" name="Google Shape;687;p25"/>
            <p:cNvSpPr/>
            <p:nvPr/>
          </p:nvSpPr>
          <p:spPr>
            <a:xfrm flipH="1">
              <a:off x="7664395" y="-53532"/>
              <a:ext cx="1542721" cy="122524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688" name="Shape 688"/>
        <p:cNvGrpSpPr/>
        <p:nvPr/>
      </p:nvGrpSpPr>
      <p:grpSpPr>
        <a:xfrm>
          <a:off x="0" y="0"/>
          <a:ext cx="0" cy="0"/>
          <a:chOff x="0" y="0"/>
          <a:chExt cx="0" cy="0"/>
        </a:xfrm>
      </p:grpSpPr>
      <p:pic>
        <p:nvPicPr>
          <p:cNvPr id="689" name="Google Shape;689;p26"/>
          <p:cNvPicPr preferRelativeResize="0"/>
          <p:nvPr/>
        </p:nvPicPr>
        <p:blipFill>
          <a:blip r:embed="rId2">
            <a:alphaModFix/>
          </a:blip>
          <a:stretch>
            <a:fillRect/>
          </a:stretch>
        </p:blipFill>
        <p:spPr>
          <a:xfrm>
            <a:off x="75" y="0"/>
            <a:ext cx="9144003" cy="5143501"/>
          </a:xfrm>
          <a:prstGeom prst="rect">
            <a:avLst/>
          </a:prstGeom>
          <a:noFill/>
          <a:ln>
            <a:noFill/>
          </a:ln>
        </p:spPr>
      </p:pic>
      <p:sp>
        <p:nvSpPr>
          <p:cNvPr id="690" name="Google Shape;690;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91" name="Google Shape;691;p26"/>
          <p:cNvSpPr txBox="1"/>
          <p:nvPr>
            <p:ph idx="1" type="subTitle"/>
          </p:nvPr>
        </p:nvSpPr>
        <p:spPr>
          <a:xfrm>
            <a:off x="1989363" y="2093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92" name="Google Shape;692;p26"/>
          <p:cNvSpPr txBox="1"/>
          <p:nvPr>
            <p:ph idx="2" type="subTitle"/>
          </p:nvPr>
        </p:nvSpPr>
        <p:spPr>
          <a:xfrm>
            <a:off x="5176441" y="20935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93" name="Google Shape;693;p26"/>
          <p:cNvSpPr txBox="1"/>
          <p:nvPr>
            <p:ph idx="3" type="subTitle"/>
          </p:nvPr>
        </p:nvSpPr>
        <p:spPr>
          <a:xfrm>
            <a:off x="1989363" y="35269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94" name="Google Shape;694;p26"/>
          <p:cNvSpPr txBox="1"/>
          <p:nvPr>
            <p:ph idx="4" type="subTitle"/>
          </p:nvPr>
        </p:nvSpPr>
        <p:spPr>
          <a:xfrm>
            <a:off x="5176441" y="3526900"/>
            <a:ext cx="1978200" cy="665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695" name="Google Shape;695;p26"/>
          <p:cNvSpPr txBox="1"/>
          <p:nvPr>
            <p:ph idx="5" type="subTitle"/>
          </p:nvPr>
        </p:nvSpPr>
        <p:spPr>
          <a:xfrm>
            <a:off x="1989375" y="1698675"/>
            <a:ext cx="1978200" cy="48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6" name="Google Shape;696;p26"/>
          <p:cNvSpPr txBox="1"/>
          <p:nvPr>
            <p:ph idx="6" type="subTitle"/>
          </p:nvPr>
        </p:nvSpPr>
        <p:spPr>
          <a:xfrm>
            <a:off x="1989375" y="3132075"/>
            <a:ext cx="1978200" cy="48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7" name="Google Shape;697;p26"/>
          <p:cNvSpPr txBox="1"/>
          <p:nvPr>
            <p:ph idx="7" type="subTitle"/>
          </p:nvPr>
        </p:nvSpPr>
        <p:spPr>
          <a:xfrm>
            <a:off x="5176450" y="1698675"/>
            <a:ext cx="1978200" cy="48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698" name="Google Shape;698;p26"/>
          <p:cNvSpPr txBox="1"/>
          <p:nvPr>
            <p:ph idx="8" type="subTitle"/>
          </p:nvPr>
        </p:nvSpPr>
        <p:spPr>
          <a:xfrm>
            <a:off x="5176450" y="3132075"/>
            <a:ext cx="1978200" cy="4884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699" name="Google Shape;699;p26"/>
          <p:cNvGrpSpPr/>
          <p:nvPr/>
        </p:nvGrpSpPr>
        <p:grpSpPr>
          <a:xfrm>
            <a:off x="795973" y="256776"/>
            <a:ext cx="7882340" cy="4690625"/>
            <a:chOff x="795973" y="256776"/>
            <a:chExt cx="7882340" cy="4690625"/>
          </a:xfrm>
        </p:grpSpPr>
        <p:sp>
          <p:nvSpPr>
            <p:cNvPr id="700" name="Google Shape;700;p26"/>
            <p:cNvSpPr/>
            <p:nvPr/>
          </p:nvSpPr>
          <p:spPr>
            <a:xfrm>
              <a:off x="795973" y="288087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1" name="Google Shape;701;p26"/>
            <p:cNvSpPr/>
            <p:nvPr/>
          </p:nvSpPr>
          <p:spPr>
            <a:xfrm>
              <a:off x="1402073" y="25677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2" name="Google Shape;702;p26"/>
            <p:cNvSpPr/>
            <p:nvPr/>
          </p:nvSpPr>
          <p:spPr>
            <a:xfrm>
              <a:off x="5732573" y="48697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3" name="Google Shape;703;p26"/>
            <p:cNvSpPr/>
            <p:nvPr/>
          </p:nvSpPr>
          <p:spPr>
            <a:xfrm rot="10800000">
              <a:off x="8600613" y="2304445"/>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704" name="Google Shape;704;p26"/>
          <p:cNvGrpSpPr/>
          <p:nvPr/>
        </p:nvGrpSpPr>
        <p:grpSpPr>
          <a:xfrm rot="10800000">
            <a:off x="8487318" y="4095345"/>
            <a:ext cx="438336" cy="939067"/>
            <a:chOff x="327075" y="263775"/>
            <a:chExt cx="576228" cy="1234478"/>
          </a:xfrm>
        </p:grpSpPr>
        <p:sp>
          <p:nvSpPr>
            <p:cNvPr id="705" name="Google Shape;705;p26"/>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6" name="Google Shape;706;p26"/>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7" name="Google Shape;707;p26"/>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8" name="Google Shape;708;p26"/>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09" name="Google Shape;709;p26"/>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0" name="Google Shape;710;p26"/>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1" name="Google Shape;711;p26"/>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2" name="Google Shape;712;p26"/>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3" name="Google Shape;713;p26"/>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4" name="Google Shape;714;p26"/>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15" name="Google Shape;715;p26"/>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716" name="Google Shape;716;p26"/>
          <p:cNvGrpSpPr/>
          <p:nvPr/>
        </p:nvGrpSpPr>
        <p:grpSpPr>
          <a:xfrm>
            <a:off x="-1" y="0"/>
            <a:ext cx="9165378" cy="5143500"/>
            <a:chOff x="-1" y="0"/>
            <a:chExt cx="9165378" cy="5143500"/>
          </a:xfrm>
        </p:grpSpPr>
        <p:sp>
          <p:nvSpPr>
            <p:cNvPr id="717" name="Google Shape;717;p26"/>
            <p:cNvSpPr/>
            <p:nvPr/>
          </p:nvSpPr>
          <p:spPr>
            <a:xfrm flipH="1">
              <a:off x="6914274" y="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718" name="Google Shape;718;p26"/>
            <p:cNvSpPr/>
            <p:nvPr/>
          </p:nvSpPr>
          <p:spPr>
            <a:xfrm flipH="1" rot="10800000">
              <a:off x="-1" y="4552250"/>
              <a:ext cx="2251103" cy="59125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719" name="Google Shape;719;p26"/>
          <p:cNvGrpSpPr/>
          <p:nvPr/>
        </p:nvGrpSpPr>
        <p:grpSpPr>
          <a:xfrm>
            <a:off x="327083" y="780839"/>
            <a:ext cx="8425653" cy="3632119"/>
            <a:chOff x="327083" y="780839"/>
            <a:chExt cx="8425653" cy="3632119"/>
          </a:xfrm>
        </p:grpSpPr>
        <p:grpSp>
          <p:nvGrpSpPr>
            <p:cNvPr id="720" name="Google Shape;720;p26"/>
            <p:cNvGrpSpPr/>
            <p:nvPr/>
          </p:nvGrpSpPr>
          <p:grpSpPr>
            <a:xfrm flipH="1">
              <a:off x="7624908" y="780839"/>
              <a:ext cx="1127828" cy="71819"/>
              <a:chOff x="-230925" y="1276800"/>
              <a:chExt cx="1822900" cy="116100"/>
            </a:xfrm>
          </p:grpSpPr>
          <p:sp>
            <p:nvSpPr>
              <p:cNvPr id="721" name="Google Shape;721;p26"/>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2" name="Google Shape;722;p26"/>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3" name="Google Shape;723;p26"/>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4" name="Google Shape;724;p26"/>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5" name="Google Shape;725;p26"/>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6" name="Google Shape;726;p26"/>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7" name="Google Shape;727;p26"/>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8" name="Google Shape;728;p26"/>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29" name="Google Shape;729;p26"/>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730" name="Google Shape;730;p26"/>
            <p:cNvGrpSpPr/>
            <p:nvPr/>
          </p:nvGrpSpPr>
          <p:grpSpPr>
            <a:xfrm flipH="1">
              <a:off x="327083" y="4341139"/>
              <a:ext cx="1127828" cy="71819"/>
              <a:chOff x="-230925" y="1276800"/>
              <a:chExt cx="1822900" cy="116100"/>
            </a:xfrm>
          </p:grpSpPr>
          <p:sp>
            <p:nvSpPr>
              <p:cNvPr id="731" name="Google Shape;731;p26"/>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2" name="Google Shape;732;p26"/>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3" name="Google Shape;733;p26"/>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4" name="Google Shape;734;p26"/>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5" name="Google Shape;735;p26"/>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6" name="Google Shape;736;p26"/>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7" name="Google Shape;737;p26"/>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8" name="Google Shape;738;p26"/>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39" name="Google Shape;739;p26"/>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ive columns">
  <p:cSld name="CUSTOM_11">
    <p:spTree>
      <p:nvGrpSpPr>
        <p:cNvPr id="740" name="Shape 740"/>
        <p:cNvGrpSpPr/>
        <p:nvPr/>
      </p:nvGrpSpPr>
      <p:grpSpPr>
        <a:xfrm>
          <a:off x="0" y="0"/>
          <a:ext cx="0" cy="0"/>
          <a:chOff x="0" y="0"/>
          <a:chExt cx="0" cy="0"/>
        </a:xfrm>
      </p:grpSpPr>
      <p:pic>
        <p:nvPicPr>
          <p:cNvPr id="741" name="Google Shape;741;p27"/>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742" name="Google Shape;742;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43" name="Google Shape;743;p27"/>
          <p:cNvSpPr txBox="1"/>
          <p:nvPr>
            <p:ph idx="1" type="subTitle"/>
          </p:nvPr>
        </p:nvSpPr>
        <p:spPr>
          <a:xfrm>
            <a:off x="1112600"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44" name="Google Shape;744;p27"/>
          <p:cNvSpPr txBox="1"/>
          <p:nvPr>
            <p:ph idx="2" type="subTitle"/>
          </p:nvPr>
        </p:nvSpPr>
        <p:spPr>
          <a:xfrm>
            <a:off x="3582448"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45" name="Google Shape;745;p27"/>
          <p:cNvSpPr txBox="1"/>
          <p:nvPr>
            <p:ph idx="3" type="subTitle"/>
          </p:nvPr>
        </p:nvSpPr>
        <p:spPr>
          <a:xfrm>
            <a:off x="2147375" y="36044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46" name="Google Shape;746;p27"/>
          <p:cNvSpPr txBox="1"/>
          <p:nvPr>
            <p:ph idx="4" type="subTitle"/>
          </p:nvPr>
        </p:nvSpPr>
        <p:spPr>
          <a:xfrm>
            <a:off x="6052297"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47" name="Google Shape;747;p27"/>
          <p:cNvSpPr txBox="1"/>
          <p:nvPr>
            <p:ph idx="5" type="subTitle"/>
          </p:nvPr>
        </p:nvSpPr>
        <p:spPr>
          <a:xfrm>
            <a:off x="4916047" y="36044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48" name="Google Shape;748;p27"/>
          <p:cNvSpPr txBox="1"/>
          <p:nvPr>
            <p:ph idx="6" type="subTitle"/>
          </p:nvPr>
        </p:nvSpPr>
        <p:spPr>
          <a:xfrm>
            <a:off x="1111100"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49" name="Google Shape;749;p27"/>
          <p:cNvSpPr txBox="1"/>
          <p:nvPr>
            <p:ph idx="7" type="subTitle"/>
          </p:nvPr>
        </p:nvSpPr>
        <p:spPr>
          <a:xfrm>
            <a:off x="3580948"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0" name="Google Shape;750;p27"/>
          <p:cNvSpPr txBox="1"/>
          <p:nvPr>
            <p:ph idx="8" type="subTitle"/>
          </p:nvPr>
        </p:nvSpPr>
        <p:spPr>
          <a:xfrm>
            <a:off x="6050797"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1" name="Google Shape;751;p27"/>
          <p:cNvSpPr txBox="1"/>
          <p:nvPr>
            <p:ph idx="9" type="subTitle"/>
          </p:nvPr>
        </p:nvSpPr>
        <p:spPr>
          <a:xfrm>
            <a:off x="2145875" y="3273675"/>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52" name="Google Shape;752;p27"/>
          <p:cNvSpPr txBox="1"/>
          <p:nvPr>
            <p:ph idx="13" type="subTitle"/>
          </p:nvPr>
        </p:nvSpPr>
        <p:spPr>
          <a:xfrm>
            <a:off x="4914547" y="3273675"/>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grpSp>
        <p:nvGrpSpPr>
          <p:cNvPr id="753" name="Google Shape;753;p27"/>
          <p:cNvGrpSpPr/>
          <p:nvPr/>
        </p:nvGrpSpPr>
        <p:grpSpPr>
          <a:xfrm>
            <a:off x="307698" y="232214"/>
            <a:ext cx="8528603" cy="4687194"/>
            <a:chOff x="307698" y="232214"/>
            <a:chExt cx="8528603" cy="4687194"/>
          </a:xfrm>
        </p:grpSpPr>
        <p:grpSp>
          <p:nvGrpSpPr>
            <p:cNvPr id="754" name="Google Shape;754;p27"/>
            <p:cNvGrpSpPr/>
            <p:nvPr/>
          </p:nvGrpSpPr>
          <p:grpSpPr>
            <a:xfrm>
              <a:off x="307698" y="232214"/>
              <a:ext cx="1127828" cy="71819"/>
              <a:chOff x="-230925" y="1276800"/>
              <a:chExt cx="1822900" cy="116100"/>
            </a:xfrm>
          </p:grpSpPr>
          <p:sp>
            <p:nvSpPr>
              <p:cNvPr id="755" name="Google Shape;755;p27"/>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6" name="Google Shape;756;p27"/>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7" name="Google Shape;757;p27"/>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8" name="Google Shape;758;p27"/>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59" name="Google Shape;759;p27"/>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0" name="Google Shape;760;p27"/>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1" name="Google Shape;761;p27"/>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2" name="Google Shape;762;p27"/>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3" name="Google Shape;763;p27"/>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nvGrpSpPr>
            <p:cNvPr id="764" name="Google Shape;764;p27"/>
            <p:cNvGrpSpPr/>
            <p:nvPr/>
          </p:nvGrpSpPr>
          <p:grpSpPr>
            <a:xfrm>
              <a:off x="7708473" y="4847589"/>
              <a:ext cx="1127828" cy="71819"/>
              <a:chOff x="-230925" y="1276800"/>
              <a:chExt cx="1822900" cy="116100"/>
            </a:xfrm>
          </p:grpSpPr>
          <p:sp>
            <p:nvSpPr>
              <p:cNvPr id="765" name="Google Shape;765;p27"/>
              <p:cNvSpPr/>
              <p:nvPr/>
            </p:nvSpPr>
            <p:spPr>
              <a:xfrm rot="5400000">
                <a:off x="14758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6" name="Google Shape;766;p27"/>
              <p:cNvSpPr/>
              <p:nvPr/>
            </p:nvSpPr>
            <p:spPr>
              <a:xfrm rot="5400000">
                <a:off x="12625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7" name="Google Shape;767;p27"/>
              <p:cNvSpPr/>
              <p:nvPr/>
            </p:nvSpPr>
            <p:spPr>
              <a:xfrm rot="5400000">
                <a:off x="10491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8" name="Google Shape;768;p27"/>
              <p:cNvSpPr/>
              <p:nvPr/>
            </p:nvSpPr>
            <p:spPr>
              <a:xfrm rot="5400000">
                <a:off x="8358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69" name="Google Shape;769;p27"/>
              <p:cNvSpPr/>
              <p:nvPr/>
            </p:nvSpPr>
            <p:spPr>
              <a:xfrm rot="5400000">
                <a:off x="6224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70" name="Google Shape;770;p27"/>
              <p:cNvSpPr/>
              <p:nvPr/>
            </p:nvSpPr>
            <p:spPr>
              <a:xfrm rot="5400000">
                <a:off x="4091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71" name="Google Shape;771;p27"/>
              <p:cNvSpPr/>
              <p:nvPr/>
            </p:nvSpPr>
            <p:spPr>
              <a:xfrm rot="5400000">
                <a:off x="1957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72" name="Google Shape;772;p27"/>
              <p:cNvSpPr/>
              <p:nvPr/>
            </p:nvSpPr>
            <p:spPr>
              <a:xfrm rot="5400000">
                <a:off x="-1757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sp>
            <p:nvSpPr>
              <p:cNvPr id="773" name="Google Shape;773;p27"/>
              <p:cNvSpPr/>
              <p:nvPr/>
            </p:nvSpPr>
            <p:spPr>
              <a:xfrm rot="5400000">
                <a:off x="-230925" y="1276800"/>
                <a:ext cx="116100" cy="116100"/>
              </a:xfrm>
              <a:prstGeom prst="ellipse">
                <a:avLst/>
              </a:prstGeom>
              <a:solidFill>
                <a:schemeClr val="accent1"/>
              </a:solidFill>
              <a:ln>
                <a:noFill/>
              </a:ln>
              <a:effectLst>
                <a:outerShdw blurRad="57150" rotWithShape="0" algn="bl" dir="5400000" dist="19050">
                  <a:srgbClr val="000000">
                    <a:alpha val="16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Calibri"/>
                  <a:ea typeface="Calibri"/>
                  <a:cs typeface="Calibri"/>
                  <a:sym typeface="Calibri"/>
                </a:endParaRPr>
              </a:p>
            </p:txBody>
          </p:sp>
        </p:grpSp>
      </p:grpSp>
      <p:grpSp>
        <p:nvGrpSpPr>
          <p:cNvPr id="774" name="Google Shape;774;p27"/>
          <p:cNvGrpSpPr/>
          <p:nvPr/>
        </p:nvGrpSpPr>
        <p:grpSpPr>
          <a:xfrm>
            <a:off x="511123" y="367326"/>
            <a:ext cx="8211150" cy="4555019"/>
            <a:chOff x="511123" y="367326"/>
            <a:chExt cx="8211150" cy="4555019"/>
          </a:xfrm>
        </p:grpSpPr>
        <p:sp>
          <p:nvSpPr>
            <p:cNvPr id="775" name="Google Shape;775;p27"/>
            <p:cNvSpPr/>
            <p:nvPr/>
          </p:nvSpPr>
          <p:spPr>
            <a:xfrm>
              <a:off x="511123" y="272577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76" name="Google Shape;776;p27"/>
            <p:cNvSpPr/>
            <p:nvPr/>
          </p:nvSpPr>
          <p:spPr>
            <a:xfrm>
              <a:off x="1792448" y="36732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77" name="Google Shape;777;p27"/>
            <p:cNvSpPr/>
            <p:nvPr/>
          </p:nvSpPr>
          <p:spPr>
            <a:xfrm>
              <a:off x="8644573" y="28545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78" name="Google Shape;778;p27"/>
            <p:cNvSpPr/>
            <p:nvPr/>
          </p:nvSpPr>
          <p:spPr>
            <a:xfrm rot="10800000">
              <a:off x="5974588" y="4844645"/>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779" name="Google Shape;779;p27"/>
          <p:cNvGrpSpPr/>
          <p:nvPr/>
        </p:nvGrpSpPr>
        <p:grpSpPr>
          <a:xfrm flipH="1">
            <a:off x="8190471" y="155905"/>
            <a:ext cx="2383606" cy="2130790"/>
            <a:chOff x="2439425" y="817125"/>
            <a:chExt cx="2884325" cy="2578400"/>
          </a:xfrm>
        </p:grpSpPr>
        <p:sp>
          <p:nvSpPr>
            <p:cNvPr id="780" name="Google Shape;780;p27"/>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781" name="Google Shape;781;p27"/>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782" name="Google Shape;782;p27"/>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83" name="Google Shape;783;p27"/>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84" name="Google Shape;784;p27"/>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785" name="Google Shape;785;p27"/>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786" name="Shape 786"/>
        <p:cNvGrpSpPr/>
        <p:nvPr/>
      </p:nvGrpSpPr>
      <p:grpSpPr>
        <a:xfrm>
          <a:off x="0" y="0"/>
          <a:ext cx="0" cy="0"/>
          <a:chOff x="0" y="0"/>
          <a:chExt cx="0" cy="0"/>
        </a:xfrm>
      </p:grpSpPr>
      <p:pic>
        <p:nvPicPr>
          <p:cNvPr id="787" name="Google Shape;787;p28"/>
          <p:cNvPicPr preferRelativeResize="0"/>
          <p:nvPr/>
        </p:nvPicPr>
        <p:blipFill>
          <a:blip r:embed="rId2">
            <a:alphaModFix/>
          </a:blip>
          <a:stretch>
            <a:fillRect/>
          </a:stretch>
        </p:blipFill>
        <p:spPr>
          <a:xfrm>
            <a:off x="75" y="0"/>
            <a:ext cx="9144003" cy="5143501"/>
          </a:xfrm>
          <a:prstGeom prst="rect">
            <a:avLst/>
          </a:prstGeom>
          <a:noFill/>
          <a:ln>
            <a:noFill/>
          </a:ln>
        </p:spPr>
      </p:pic>
      <p:sp>
        <p:nvSpPr>
          <p:cNvPr id="788" name="Google Shape;788;p2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9" name="Google Shape;789;p28"/>
          <p:cNvSpPr txBox="1"/>
          <p:nvPr>
            <p:ph idx="1" type="subTitle"/>
          </p:nvPr>
        </p:nvSpPr>
        <p:spPr>
          <a:xfrm>
            <a:off x="1112600"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0" name="Google Shape;790;p28"/>
          <p:cNvSpPr txBox="1"/>
          <p:nvPr>
            <p:ph idx="2" type="subTitle"/>
          </p:nvPr>
        </p:nvSpPr>
        <p:spPr>
          <a:xfrm>
            <a:off x="3582448"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1" name="Google Shape;791;p28"/>
          <p:cNvSpPr txBox="1"/>
          <p:nvPr>
            <p:ph idx="3" type="subTitle"/>
          </p:nvPr>
        </p:nvSpPr>
        <p:spPr>
          <a:xfrm>
            <a:off x="1112600" y="3375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2" name="Google Shape;792;p28"/>
          <p:cNvSpPr txBox="1"/>
          <p:nvPr>
            <p:ph idx="4" type="subTitle"/>
          </p:nvPr>
        </p:nvSpPr>
        <p:spPr>
          <a:xfrm>
            <a:off x="3582448" y="3375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3" name="Google Shape;793;p28"/>
          <p:cNvSpPr txBox="1"/>
          <p:nvPr>
            <p:ph idx="5" type="subTitle"/>
          </p:nvPr>
        </p:nvSpPr>
        <p:spPr>
          <a:xfrm>
            <a:off x="6052297" y="2094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4" name="Google Shape;794;p28"/>
          <p:cNvSpPr txBox="1"/>
          <p:nvPr>
            <p:ph idx="6" type="subTitle"/>
          </p:nvPr>
        </p:nvSpPr>
        <p:spPr>
          <a:xfrm>
            <a:off x="6052297" y="3375873"/>
            <a:ext cx="1975200" cy="630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795" name="Google Shape;795;p28"/>
          <p:cNvSpPr txBox="1"/>
          <p:nvPr>
            <p:ph idx="7" type="subTitle"/>
          </p:nvPr>
        </p:nvSpPr>
        <p:spPr>
          <a:xfrm>
            <a:off x="1111100"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6" name="Google Shape;796;p28"/>
          <p:cNvSpPr txBox="1"/>
          <p:nvPr>
            <p:ph idx="8" type="subTitle"/>
          </p:nvPr>
        </p:nvSpPr>
        <p:spPr>
          <a:xfrm>
            <a:off x="3580948"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7" name="Google Shape;797;p28"/>
          <p:cNvSpPr txBox="1"/>
          <p:nvPr>
            <p:ph idx="9" type="subTitle"/>
          </p:nvPr>
        </p:nvSpPr>
        <p:spPr>
          <a:xfrm>
            <a:off x="6050797" y="1765302"/>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8" name="Google Shape;798;p28"/>
          <p:cNvSpPr txBox="1"/>
          <p:nvPr>
            <p:ph idx="13" type="subTitle"/>
          </p:nvPr>
        </p:nvSpPr>
        <p:spPr>
          <a:xfrm>
            <a:off x="1111100" y="3045075"/>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799" name="Google Shape;799;p28"/>
          <p:cNvSpPr txBox="1"/>
          <p:nvPr>
            <p:ph idx="14" type="subTitle"/>
          </p:nvPr>
        </p:nvSpPr>
        <p:spPr>
          <a:xfrm>
            <a:off x="3580948" y="3045075"/>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0" name="Google Shape;800;p28"/>
          <p:cNvSpPr txBox="1"/>
          <p:nvPr>
            <p:ph idx="15" type="subTitle"/>
          </p:nvPr>
        </p:nvSpPr>
        <p:spPr>
          <a:xfrm>
            <a:off x="6050797" y="3045075"/>
            <a:ext cx="1978200" cy="445200"/>
          </a:xfrm>
          <a:prstGeom prst="rect">
            <a:avLst/>
          </a:prstGeom>
        </p:spPr>
        <p:txBody>
          <a:bodyPr anchorCtr="0" anchor="b" bIns="91425" lIns="91425" spcFirstLastPara="1" rIns="91425" wrap="square" tIns="91425">
            <a:noAutofit/>
          </a:bodyPr>
          <a:lstStyle>
            <a:lvl1pPr lvl="0" rtl="0" algn="ctr">
              <a:lnSpc>
                <a:spcPct val="100000"/>
              </a:lnSpc>
              <a:spcBef>
                <a:spcPts val="0"/>
              </a:spcBef>
              <a:spcAft>
                <a:spcPts val="0"/>
              </a:spcAft>
              <a:buSzPts val="2400"/>
              <a:buFont typeface="Bebas Neue"/>
              <a:buNone/>
              <a:defRPr sz="2000">
                <a:solidFill>
                  <a:schemeClr val="dk1"/>
                </a:solidFill>
                <a:latin typeface="Syncopate"/>
                <a:ea typeface="Syncopate"/>
                <a:cs typeface="Syncopate"/>
                <a:sym typeface="Syncopate"/>
              </a:defRPr>
            </a:lvl1pPr>
            <a:lvl2pPr lvl="1" rtl="0" algn="ctr">
              <a:lnSpc>
                <a:spcPct val="100000"/>
              </a:lnSpc>
              <a:spcBef>
                <a:spcPts val="0"/>
              </a:spcBef>
              <a:spcAft>
                <a:spcPts val="0"/>
              </a:spcAft>
              <a:buSzPts val="2400"/>
              <a:buFont typeface="Bebas Neue"/>
              <a:buNone/>
              <a:defRPr sz="2400">
                <a:latin typeface="Bebas Neue"/>
                <a:ea typeface="Bebas Neue"/>
                <a:cs typeface="Bebas Neue"/>
                <a:sym typeface="Bebas Neue"/>
              </a:defRPr>
            </a:lvl2pPr>
            <a:lvl3pPr lvl="2" rtl="0" algn="ctr">
              <a:lnSpc>
                <a:spcPct val="100000"/>
              </a:lnSpc>
              <a:spcBef>
                <a:spcPts val="0"/>
              </a:spcBef>
              <a:spcAft>
                <a:spcPts val="0"/>
              </a:spcAft>
              <a:buSzPts val="2400"/>
              <a:buFont typeface="Bebas Neue"/>
              <a:buNone/>
              <a:defRPr sz="2400">
                <a:latin typeface="Bebas Neue"/>
                <a:ea typeface="Bebas Neue"/>
                <a:cs typeface="Bebas Neue"/>
                <a:sym typeface="Bebas Neue"/>
              </a:defRPr>
            </a:lvl3pPr>
            <a:lvl4pPr lvl="3" rtl="0" algn="ctr">
              <a:lnSpc>
                <a:spcPct val="100000"/>
              </a:lnSpc>
              <a:spcBef>
                <a:spcPts val="0"/>
              </a:spcBef>
              <a:spcAft>
                <a:spcPts val="0"/>
              </a:spcAft>
              <a:buSzPts val="2400"/>
              <a:buFont typeface="Bebas Neue"/>
              <a:buNone/>
              <a:defRPr sz="2400">
                <a:latin typeface="Bebas Neue"/>
                <a:ea typeface="Bebas Neue"/>
                <a:cs typeface="Bebas Neue"/>
                <a:sym typeface="Bebas Neue"/>
              </a:defRPr>
            </a:lvl4pPr>
            <a:lvl5pPr lvl="4" rtl="0" algn="ctr">
              <a:lnSpc>
                <a:spcPct val="100000"/>
              </a:lnSpc>
              <a:spcBef>
                <a:spcPts val="0"/>
              </a:spcBef>
              <a:spcAft>
                <a:spcPts val="0"/>
              </a:spcAft>
              <a:buSzPts val="2400"/>
              <a:buFont typeface="Bebas Neue"/>
              <a:buNone/>
              <a:defRPr sz="2400">
                <a:latin typeface="Bebas Neue"/>
                <a:ea typeface="Bebas Neue"/>
                <a:cs typeface="Bebas Neue"/>
                <a:sym typeface="Bebas Neue"/>
              </a:defRPr>
            </a:lvl5pPr>
            <a:lvl6pPr lvl="5" rtl="0" algn="ctr">
              <a:lnSpc>
                <a:spcPct val="100000"/>
              </a:lnSpc>
              <a:spcBef>
                <a:spcPts val="0"/>
              </a:spcBef>
              <a:spcAft>
                <a:spcPts val="0"/>
              </a:spcAft>
              <a:buSzPts val="2400"/>
              <a:buFont typeface="Bebas Neue"/>
              <a:buNone/>
              <a:defRPr sz="2400">
                <a:latin typeface="Bebas Neue"/>
                <a:ea typeface="Bebas Neue"/>
                <a:cs typeface="Bebas Neue"/>
                <a:sym typeface="Bebas Neue"/>
              </a:defRPr>
            </a:lvl6pPr>
            <a:lvl7pPr lvl="6" rtl="0" algn="ctr">
              <a:lnSpc>
                <a:spcPct val="100000"/>
              </a:lnSpc>
              <a:spcBef>
                <a:spcPts val="0"/>
              </a:spcBef>
              <a:spcAft>
                <a:spcPts val="0"/>
              </a:spcAft>
              <a:buSzPts val="2400"/>
              <a:buFont typeface="Bebas Neue"/>
              <a:buNone/>
              <a:defRPr sz="2400">
                <a:latin typeface="Bebas Neue"/>
                <a:ea typeface="Bebas Neue"/>
                <a:cs typeface="Bebas Neue"/>
                <a:sym typeface="Bebas Neue"/>
              </a:defRPr>
            </a:lvl7pPr>
            <a:lvl8pPr lvl="7" rtl="0" algn="ctr">
              <a:lnSpc>
                <a:spcPct val="100000"/>
              </a:lnSpc>
              <a:spcBef>
                <a:spcPts val="0"/>
              </a:spcBef>
              <a:spcAft>
                <a:spcPts val="0"/>
              </a:spcAft>
              <a:buSzPts val="2400"/>
              <a:buFont typeface="Bebas Neue"/>
              <a:buNone/>
              <a:defRPr sz="2400">
                <a:latin typeface="Bebas Neue"/>
                <a:ea typeface="Bebas Neue"/>
                <a:cs typeface="Bebas Neue"/>
                <a:sym typeface="Bebas Neue"/>
              </a:defRPr>
            </a:lvl8pPr>
            <a:lvl9pPr lvl="8" rtl="0" algn="ctr">
              <a:lnSpc>
                <a:spcPct val="100000"/>
              </a:lnSpc>
              <a:spcBef>
                <a:spcPts val="0"/>
              </a:spcBef>
              <a:spcAft>
                <a:spcPts val="0"/>
              </a:spcAft>
              <a:buSzPts val="2400"/>
              <a:buFont typeface="Bebas Neue"/>
              <a:buNone/>
              <a:defRPr sz="2400">
                <a:latin typeface="Bebas Neue"/>
                <a:ea typeface="Bebas Neue"/>
                <a:cs typeface="Bebas Neue"/>
                <a:sym typeface="Bebas Neue"/>
              </a:defRPr>
            </a:lvl9pPr>
          </a:lstStyle>
          <a:p/>
        </p:txBody>
      </p:sp>
      <p:sp>
        <p:nvSpPr>
          <p:cNvPr id="801" name="Google Shape;801;p28"/>
          <p:cNvSpPr/>
          <p:nvPr/>
        </p:nvSpPr>
        <p:spPr>
          <a:xfrm rot="10800000">
            <a:off x="6944953" y="3386804"/>
            <a:ext cx="2225198" cy="176724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802" name="Google Shape;802;p28"/>
          <p:cNvCxnSpPr/>
          <p:nvPr/>
        </p:nvCxnSpPr>
        <p:spPr>
          <a:xfrm flipH="1">
            <a:off x="7288275" y="3437275"/>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803" name="Google Shape;803;p28"/>
          <p:cNvGrpSpPr/>
          <p:nvPr/>
        </p:nvGrpSpPr>
        <p:grpSpPr>
          <a:xfrm>
            <a:off x="277800" y="301264"/>
            <a:ext cx="175075" cy="2067598"/>
            <a:chOff x="8612875" y="179970"/>
            <a:chExt cx="175075" cy="2067598"/>
          </a:xfrm>
        </p:grpSpPr>
        <p:pic>
          <p:nvPicPr>
            <p:cNvPr id="804" name="Google Shape;804;p28"/>
            <p:cNvPicPr preferRelativeResize="0"/>
            <p:nvPr/>
          </p:nvPicPr>
          <p:blipFill>
            <a:blip r:embed="rId3">
              <a:alphaModFix/>
            </a:blip>
            <a:stretch>
              <a:fillRect/>
            </a:stretch>
          </p:blipFill>
          <p:spPr>
            <a:xfrm rot="5400000">
              <a:off x="8149012" y="643832"/>
              <a:ext cx="1102801" cy="175075"/>
            </a:xfrm>
            <a:prstGeom prst="rect">
              <a:avLst/>
            </a:prstGeom>
            <a:noFill/>
            <a:ln>
              <a:noFill/>
            </a:ln>
          </p:spPr>
        </p:pic>
        <p:pic>
          <p:nvPicPr>
            <p:cNvPr id="805" name="Google Shape;805;p28"/>
            <p:cNvPicPr preferRelativeResize="0"/>
            <p:nvPr/>
          </p:nvPicPr>
          <p:blipFill>
            <a:blip r:embed="rId3">
              <a:alphaModFix/>
            </a:blip>
            <a:stretch>
              <a:fillRect/>
            </a:stretch>
          </p:blipFill>
          <p:spPr>
            <a:xfrm rot="5400000">
              <a:off x="8149012" y="1608629"/>
              <a:ext cx="1102801" cy="175075"/>
            </a:xfrm>
            <a:prstGeom prst="rect">
              <a:avLst/>
            </a:prstGeom>
            <a:noFill/>
            <a:ln>
              <a:noFill/>
            </a:ln>
          </p:spPr>
        </p:pic>
      </p:grpSp>
      <p:grpSp>
        <p:nvGrpSpPr>
          <p:cNvPr id="806" name="Google Shape;806;p28"/>
          <p:cNvGrpSpPr/>
          <p:nvPr/>
        </p:nvGrpSpPr>
        <p:grpSpPr>
          <a:xfrm>
            <a:off x="375173" y="259101"/>
            <a:ext cx="8537025" cy="4592650"/>
            <a:chOff x="375173" y="259101"/>
            <a:chExt cx="8537025" cy="4592650"/>
          </a:xfrm>
        </p:grpSpPr>
        <p:sp>
          <p:nvSpPr>
            <p:cNvPr id="807" name="Google Shape;807;p28"/>
            <p:cNvSpPr/>
            <p:nvPr/>
          </p:nvSpPr>
          <p:spPr>
            <a:xfrm>
              <a:off x="8834498" y="981626"/>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08" name="Google Shape;808;p28"/>
            <p:cNvSpPr/>
            <p:nvPr/>
          </p:nvSpPr>
          <p:spPr>
            <a:xfrm>
              <a:off x="375173" y="343727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09" name="Google Shape;809;p28"/>
            <p:cNvSpPr/>
            <p:nvPr/>
          </p:nvSpPr>
          <p:spPr>
            <a:xfrm>
              <a:off x="1648423" y="2591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10" name="Google Shape;810;p28"/>
            <p:cNvSpPr/>
            <p:nvPr/>
          </p:nvSpPr>
          <p:spPr>
            <a:xfrm>
              <a:off x="5842748" y="47740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811" name="Shape 811"/>
        <p:cNvGrpSpPr/>
        <p:nvPr/>
      </p:nvGrpSpPr>
      <p:grpSpPr>
        <a:xfrm>
          <a:off x="0" y="0"/>
          <a:ext cx="0" cy="0"/>
          <a:chOff x="0" y="0"/>
          <a:chExt cx="0" cy="0"/>
        </a:xfrm>
      </p:grpSpPr>
      <p:pic>
        <p:nvPicPr>
          <p:cNvPr id="812" name="Google Shape;812;p29"/>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813" name="Google Shape;813;p29"/>
          <p:cNvSpPr txBox="1"/>
          <p:nvPr>
            <p:ph hasCustomPrompt="1" type="title"/>
          </p:nvPr>
        </p:nvSpPr>
        <p:spPr>
          <a:xfrm>
            <a:off x="4269000" y="670225"/>
            <a:ext cx="3917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14" name="Google Shape;814;p29"/>
          <p:cNvSpPr txBox="1"/>
          <p:nvPr>
            <p:ph idx="1" type="subTitle"/>
          </p:nvPr>
        </p:nvSpPr>
        <p:spPr>
          <a:xfrm>
            <a:off x="4269000" y="1428225"/>
            <a:ext cx="3917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15" name="Google Shape;815;p29"/>
          <p:cNvSpPr txBox="1"/>
          <p:nvPr>
            <p:ph hasCustomPrompt="1" idx="2" type="title"/>
          </p:nvPr>
        </p:nvSpPr>
        <p:spPr>
          <a:xfrm>
            <a:off x="2613450" y="1967929"/>
            <a:ext cx="3917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16" name="Google Shape;816;p29"/>
          <p:cNvSpPr txBox="1"/>
          <p:nvPr>
            <p:ph idx="3" type="subTitle"/>
          </p:nvPr>
        </p:nvSpPr>
        <p:spPr>
          <a:xfrm>
            <a:off x="2613450" y="2728500"/>
            <a:ext cx="3917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17" name="Google Shape;817;p29"/>
          <p:cNvSpPr txBox="1"/>
          <p:nvPr>
            <p:ph hasCustomPrompt="1" idx="4" type="title"/>
          </p:nvPr>
        </p:nvSpPr>
        <p:spPr>
          <a:xfrm>
            <a:off x="1201350" y="3265634"/>
            <a:ext cx="3917100" cy="768900"/>
          </a:xfrm>
          <a:prstGeom prst="rect">
            <a:avLst/>
          </a:prstGeom>
          <a:noFill/>
        </p:spPr>
        <p:txBody>
          <a:bodyPr anchorCtr="0" anchor="b" bIns="91425" lIns="91425" spcFirstLastPara="1" rIns="91425" wrap="square" tIns="91425">
            <a:noAutofit/>
          </a:bodyPr>
          <a:lstStyle>
            <a:lvl1pPr lvl="0" rtl="0" algn="ctr">
              <a:spcBef>
                <a:spcPts val="0"/>
              </a:spcBef>
              <a:spcAft>
                <a:spcPts val="0"/>
              </a:spcAft>
              <a:buClr>
                <a:schemeClr val="lt1"/>
              </a:buClr>
              <a:buSzPts val="6000"/>
              <a:buNone/>
              <a:defRPr sz="3500"/>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818" name="Google Shape;818;p29"/>
          <p:cNvSpPr txBox="1"/>
          <p:nvPr>
            <p:ph idx="5" type="subTitle"/>
          </p:nvPr>
        </p:nvSpPr>
        <p:spPr>
          <a:xfrm>
            <a:off x="1201350" y="4028776"/>
            <a:ext cx="3917100" cy="3726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Clr>
                <a:schemeClr val="dk1"/>
              </a:buClr>
              <a:buSzPts val="2400"/>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None/>
              <a:defRPr sz="2100">
                <a:solidFill>
                  <a:schemeClr val="dk1"/>
                </a:solidFill>
              </a:defRPr>
            </a:lvl4pPr>
            <a:lvl5pPr lvl="4" rtl="0" algn="ctr">
              <a:lnSpc>
                <a:spcPct val="100000"/>
              </a:lnSpc>
              <a:spcBef>
                <a:spcPts val="0"/>
              </a:spcBef>
              <a:spcAft>
                <a:spcPts val="0"/>
              </a:spcAft>
              <a:buClr>
                <a:schemeClr val="dk1"/>
              </a:buClr>
              <a:buSzPts val="2100"/>
              <a:buNone/>
              <a:defRPr sz="2100">
                <a:solidFill>
                  <a:schemeClr val="dk1"/>
                </a:solidFill>
              </a:defRPr>
            </a:lvl5pPr>
            <a:lvl6pPr lvl="5" rtl="0" algn="ctr">
              <a:lnSpc>
                <a:spcPct val="100000"/>
              </a:lnSpc>
              <a:spcBef>
                <a:spcPts val="0"/>
              </a:spcBef>
              <a:spcAft>
                <a:spcPts val="0"/>
              </a:spcAft>
              <a:buClr>
                <a:schemeClr val="dk1"/>
              </a:buClr>
              <a:buSzPts val="2100"/>
              <a:buNone/>
              <a:defRPr sz="2100">
                <a:solidFill>
                  <a:schemeClr val="dk1"/>
                </a:solidFill>
              </a:defRPr>
            </a:lvl6pPr>
            <a:lvl7pPr lvl="6" rtl="0" algn="ctr">
              <a:lnSpc>
                <a:spcPct val="100000"/>
              </a:lnSpc>
              <a:spcBef>
                <a:spcPts val="0"/>
              </a:spcBef>
              <a:spcAft>
                <a:spcPts val="0"/>
              </a:spcAft>
              <a:buClr>
                <a:schemeClr val="dk1"/>
              </a:buClr>
              <a:buSzPts val="2100"/>
              <a:buNone/>
              <a:defRPr sz="2100">
                <a:solidFill>
                  <a:schemeClr val="dk1"/>
                </a:solidFill>
              </a:defRPr>
            </a:lvl7pPr>
            <a:lvl8pPr lvl="7" rtl="0" algn="ctr">
              <a:lnSpc>
                <a:spcPct val="100000"/>
              </a:lnSpc>
              <a:spcBef>
                <a:spcPts val="0"/>
              </a:spcBef>
              <a:spcAft>
                <a:spcPts val="0"/>
              </a:spcAft>
              <a:buClr>
                <a:schemeClr val="dk1"/>
              </a:buClr>
              <a:buSzPts val="2100"/>
              <a:buNone/>
              <a:defRPr sz="2100">
                <a:solidFill>
                  <a:schemeClr val="dk1"/>
                </a:solidFill>
              </a:defRPr>
            </a:lvl8pPr>
            <a:lvl9pPr lvl="8" rtl="0" algn="ctr">
              <a:lnSpc>
                <a:spcPct val="100000"/>
              </a:lnSpc>
              <a:spcBef>
                <a:spcPts val="0"/>
              </a:spcBef>
              <a:spcAft>
                <a:spcPts val="0"/>
              </a:spcAft>
              <a:buClr>
                <a:schemeClr val="dk1"/>
              </a:buClr>
              <a:buSzPts val="2100"/>
              <a:buNone/>
              <a:defRPr sz="2100">
                <a:solidFill>
                  <a:schemeClr val="dk1"/>
                </a:solidFill>
              </a:defRPr>
            </a:lvl9pPr>
          </a:lstStyle>
          <a:p/>
        </p:txBody>
      </p:sp>
      <p:sp>
        <p:nvSpPr>
          <p:cNvPr id="819" name="Google Shape;819;p29"/>
          <p:cNvSpPr/>
          <p:nvPr/>
        </p:nvSpPr>
        <p:spPr>
          <a:xfrm rot="10800000">
            <a:off x="6130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20" name="Google Shape;820;p29"/>
          <p:cNvSpPr/>
          <p:nvPr/>
        </p:nvSpPr>
        <p:spPr>
          <a:xfrm rot="10800000">
            <a:off x="7338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nvGrpSpPr>
          <p:cNvPr id="821" name="Google Shape;821;p29"/>
          <p:cNvGrpSpPr/>
          <p:nvPr/>
        </p:nvGrpSpPr>
        <p:grpSpPr>
          <a:xfrm rot="10800000">
            <a:off x="6446400" y="3922931"/>
            <a:ext cx="3153725" cy="940604"/>
            <a:chOff x="-104552" y="1952776"/>
            <a:chExt cx="5543549" cy="1653374"/>
          </a:xfrm>
        </p:grpSpPr>
        <p:sp>
          <p:nvSpPr>
            <p:cNvPr id="822" name="Google Shape;822;p29"/>
            <p:cNvSpPr/>
            <p:nvPr/>
          </p:nvSpPr>
          <p:spPr>
            <a:xfrm>
              <a:off x="-104552" y="1952776"/>
              <a:ext cx="5543549" cy="1647825"/>
            </a:xfrm>
            <a:custGeom>
              <a:rect b="b" l="l" r="r" t="t"/>
              <a:pathLst>
                <a:path extrusionOk="0" h="315" w="1064">
                  <a:moveTo>
                    <a:pt x="1051" y="0"/>
                  </a:moveTo>
                  <a:cubicBezTo>
                    <a:pt x="1044" y="0"/>
                    <a:pt x="1038" y="5"/>
                    <a:pt x="1038" y="12"/>
                  </a:cubicBezTo>
                  <a:cubicBezTo>
                    <a:pt x="458" y="12"/>
                    <a:pt x="458" y="12"/>
                    <a:pt x="458" y="12"/>
                  </a:cubicBezTo>
                  <a:cubicBezTo>
                    <a:pt x="435" y="12"/>
                    <a:pt x="414" y="21"/>
                    <a:pt x="397" y="37"/>
                  </a:cubicBezTo>
                  <a:cubicBezTo>
                    <a:pt x="360" y="74"/>
                    <a:pt x="360" y="74"/>
                    <a:pt x="360" y="74"/>
                  </a:cubicBezTo>
                  <a:cubicBezTo>
                    <a:pt x="307" y="74"/>
                    <a:pt x="307" y="74"/>
                    <a:pt x="307" y="74"/>
                  </a:cubicBezTo>
                  <a:cubicBezTo>
                    <a:pt x="284" y="74"/>
                    <a:pt x="263" y="83"/>
                    <a:pt x="246" y="99"/>
                  </a:cubicBezTo>
                  <a:cubicBezTo>
                    <a:pt x="58" y="288"/>
                    <a:pt x="58" y="288"/>
                    <a:pt x="58" y="288"/>
                  </a:cubicBezTo>
                  <a:cubicBezTo>
                    <a:pt x="43" y="303"/>
                    <a:pt x="22" y="312"/>
                    <a:pt x="0" y="312"/>
                  </a:cubicBezTo>
                  <a:cubicBezTo>
                    <a:pt x="0" y="315"/>
                    <a:pt x="0" y="315"/>
                    <a:pt x="0" y="315"/>
                  </a:cubicBezTo>
                  <a:cubicBezTo>
                    <a:pt x="116" y="315"/>
                    <a:pt x="116" y="315"/>
                    <a:pt x="116" y="315"/>
                  </a:cubicBezTo>
                  <a:cubicBezTo>
                    <a:pt x="116" y="312"/>
                    <a:pt x="116" y="312"/>
                    <a:pt x="116" y="312"/>
                  </a:cubicBezTo>
                  <a:cubicBezTo>
                    <a:pt x="23" y="312"/>
                    <a:pt x="23" y="312"/>
                    <a:pt x="23" y="312"/>
                  </a:cubicBezTo>
                  <a:cubicBezTo>
                    <a:pt x="37" y="308"/>
                    <a:pt x="50" y="300"/>
                    <a:pt x="61" y="290"/>
                  </a:cubicBezTo>
                  <a:cubicBezTo>
                    <a:pt x="249" y="102"/>
                    <a:pt x="249" y="102"/>
                    <a:pt x="249" y="102"/>
                  </a:cubicBezTo>
                  <a:cubicBezTo>
                    <a:pt x="264" y="86"/>
                    <a:pt x="285" y="77"/>
                    <a:pt x="307" y="77"/>
                  </a:cubicBezTo>
                  <a:cubicBezTo>
                    <a:pt x="357" y="77"/>
                    <a:pt x="357" y="77"/>
                    <a:pt x="357" y="77"/>
                  </a:cubicBezTo>
                  <a:cubicBezTo>
                    <a:pt x="209" y="225"/>
                    <a:pt x="209" y="225"/>
                    <a:pt x="209" y="225"/>
                  </a:cubicBezTo>
                  <a:cubicBezTo>
                    <a:pt x="194" y="241"/>
                    <a:pt x="173" y="249"/>
                    <a:pt x="151" y="249"/>
                  </a:cubicBezTo>
                  <a:cubicBezTo>
                    <a:pt x="116" y="249"/>
                    <a:pt x="116" y="249"/>
                    <a:pt x="116" y="249"/>
                  </a:cubicBezTo>
                  <a:cubicBezTo>
                    <a:pt x="116" y="252"/>
                    <a:pt x="116" y="252"/>
                    <a:pt x="116" y="252"/>
                  </a:cubicBezTo>
                  <a:cubicBezTo>
                    <a:pt x="151" y="252"/>
                    <a:pt x="151" y="252"/>
                    <a:pt x="151" y="252"/>
                  </a:cubicBezTo>
                  <a:cubicBezTo>
                    <a:pt x="174" y="252"/>
                    <a:pt x="195" y="243"/>
                    <a:pt x="212" y="227"/>
                  </a:cubicBezTo>
                  <a:cubicBezTo>
                    <a:pt x="361" y="77"/>
                    <a:pt x="361" y="77"/>
                    <a:pt x="361" y="77"/>
                  </a:cubicBezTo>
                  <a:cubicBezTo>
                    <a:pt x="887" y="77"/>
                    <a:pt x="887" y="77"/>
                    <a:pt x="887" y="77"/>
                  </a:cubicBezTo>
                  <a:cubicBezTo>
                    <a:pt x="888" y="84"/>
                    <a:pt x="893" y="89"/>
                    <a:pt x="900" y="89"/>
                  </a:cubicBezTo>
                  <a:cubicBezTo>
                    <a:pt x="907" y="89"/>
                    <a:pt x="913" y="83"/>
                    <a:pt x="913" y="76"/>
                  </a:cubicBezTo>
                  <a:cubicBezTo>
                    <a:pt x="913" y="68"/>
                    <a:pt x="907" y="62"/>
                    <a:pt x="900" y="62"/>
                  </a:cubicBezTo>
                  <a:cubicBezTo>
                    <a:pt x="893" y="62"/>
                    <a:pt x="888" y="68"/>
                    <a:pt x="887" y="74"/>
                  </a:cubicBezTo>
                  <a:cubicBezTo>
                    <a:pt x="365" y="74"/>
                    <a:pt x="365" y="74"/>
                    <a:pt x="365" y="74"/>
                  </a:cubicBezTo>
                  <a:cubicBezTo>
                    <a:pt x="400" y="39"/>
                    <a:pt x="400" y="39"/>
                    <a:pt x="400" y="39"/>
                  </a:cubicBezTo>
                  <a:cubicBezTo>
                    <a:pt x="415" y="23"/>
                    <a:pt x="436" y="15"/>
                    <a:pt x="458" y="15"/>
                  </a:cubicBezTo>
                  <a:cubicBezTo>
                    <a:pt x="1038" y="15"/>
                    <a:pt x="1038" y="15"/>
                    <a:pt x="1038" y="15"/>
                  </a:cubicBezTo>
                  <a:cubicBezTo>
                    <a:pt x="1038" y="21"/>
                    <a:pt x="1044" y="27"/>
                    <a:pt x="1051" y="27"/>
                  </a:cubicBezTo>
                  <a:cubicBezTo>
                    <a:pt x="1058" y="27"/>
                    <a:pt x="1064" y="21"/>
                    <a:pt x="1064" y="13"/>
                  </a:cubicBezTo>
                  <a:cubicBezTo>
                    <a:pt x="1064" y="6"/>
                    <a:pt x="1058" y="0"/>
                    <a:pt x="1051" y="0"/>
                  </a:cubicBezTo>
                  <a:close/>
                  <a:moveTo>
                    <a:pt x="900" y="66"/>
                  </a:moveTo>
                  <a:cubicBezTo>
                    <a:pt x="905" y="66"/>
                    <a:pt x="909" y="71"/>
                    <a:pt x="909" y="76"/>
                  </a:cubicBezTo>
                  <a:cubicBezTo>
                    <a:pt x="909" y="81"/>
                    <a:pt x="905" y="85"/>
                    <a:pt x="900" y="85"/>
                  </a:cubicBezTo>
                  <a:cubicBezTo>
                    <a:pt x="895" y="85"/>
                    <a:pt x="892" y="82"/>
                    <a:pt x="891" y="77"/>
                  </a:cubicBezTo>
                  <a:cubicBezTo>
                    <a:pt x="900" y="77"/>
                    <a:pt x="900" y="77"/>
                    <a:pt x="900" y="77"/>
                  </a:cubicBezTo>
                  <a:cubicBezTo>
                    <a:pt x="900" y="74"/>
                    <a:pt x="900" y="74"/>
                    <a:pt x="900" y="74"/>
                  </a:cubicBezTo>
                  <a:cubicBezTo>
                    <a:pt x="891" y="74"/>
                    <a:pt x="891" y="74"/>
                    <a:pt x="891" y="74"/>
                  </a:cubicBezTo>
                  <a:cubicBezTo>
                    <a:pt x="892" y="70"/>
                    <a:pt x="895" y="66"/>
                    <a:pt x="900" y="66"/>
                  </a:cubicBezTo>
                  <a:close/>
                  <a:moveTo>
                    <a:pt x="1051" y="23"/>
                  </a:moveTo>
                  <a:cubicBezTo>
                    <a:pt x="1046" y="23"/>
                    <a:pt x="1042" y="19"/>
                    <a:pt x="1042" y="15"/>
                  </a:cubicBezTo>
                  <a:cubicBezTo>
                    <a:pt x="1051" y="15"/>
                    <a:pt x="1051" y="15"/>
                    <a:pt x="1051" y="15"/>
                  </a:cubicBezTo>
                  <a:cubicBezTo>
                    <a:pt x="1051" y="12"/>
                    <a:pt x="1051" y="12"/>
                    <a:pt x="1051" y="12"/>
                  </a:cubicBezTo>
                  <a:cubicBezTo>
                    <a:pt x="1042" y="12"/>
                    <a:pt x="1042" y="12"/>
                    <a:pt x="1042" y="12"/>
                  </a:cubicBezTo>
                  <a:cubicBezTo>
                    <a:pt x="1042" y="7"/>
                    <a:pt x="1046" y="4"/>
                    <a:pt x="1051" y="4"/>
                  </a:cubicBezTo>
                  <a:cubicBezTo>
                    <a:pt x="1056" y="4"/>
                    <a:pt x="1060" y="8"/>
                    <a:pt x="1060" y="13"/>
                  </a:cubicBezTo>
                  <a:cubicBezTo>
                    <a:pt x="1060" y="18"/>
                    <a:pt x="1056" y="23"/>
                    <a:pt x="1051" y="23"/>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3" name="Google Shape;823;p29"/>
            <p:cNvSpPr/>
            <p:nvPr/>
          </p:nvSpPr>
          <p:spPr>
            <a:xfrm>
              <a:off x="496925" y="2904262"/>
              <a:ext cx="3202515" cy="701888"/>
            </a:xfrm>
            <a:custGeom>
              <a:rect b="b" l="l" r="r" t="t"/>
              <a:pathLst>
                <a:path extrusionOk="0" h="135" w="622">
                  <a:moveTo>
                    <a:pt x="175" y="100"/>
                  </a:moveTo>
                  <a:cubicBezTo>
                    <a:pt x="172" y="100"/>
                    <a:pt x="172" y="100"/>
                    <a:pt x="172" y="100"/>
                  </a:cubicBezTo>
                  <a:cubicBezTo>
                    <a:pt x="153" y="119"/>
                    <a:pt x="153" y="119"/>
                    <a:pt x="153" y="119"/>
                  </a:cubicBezTo>
                  <a:cubicBezTo>
                    <a:pt x="144" y="128"/>
                    <a:pt x="132" y="133"/>
                    <a:pt x="120" y="133"/>
                  </a:cubicBezTo>
                  <a:cubicBezTo>
                    <a:pt x="0" y="133"/>
                    <a:pt x="0" y="133"/>
                    <a:pt x="0" y="133"/>
                  </a:cubicBezTo>
                  <a:cubicBezTo>
                    <a:pt x="0" y="135"/>
                    <a:pt x="0" y="135"/>
                    <a:pt x="0" y="135"/>
                  </a:cubicBezTo>
                  <a:cubicBezTo>
                    <a:pt x="120" y="135"/>
                    <a:pt x="120" y="135"/>
                    <a:pt x="120" y="135"/>
                  </a:cubicBezTo>
                  <a:cubicBezTo>
                    <a:pt x="133" y="135"/>
                    <a:pt x="145" y="130"/>
                    <a:pt x="154" y="120"/>
                  </a:cubicBezTo>
                  <a:cubicBezTo>
                    <a:pt x="175" y="100"/>
                    <a:pt x="175" y="100"/>
                    <a:pt x="175" y="100"/>
                  </a:cubicBezTo>
                  <a:moveTo>
                    <a:pt x="321" y="0"/>
                  </a:moveTo>
                  <a:cubicBezTo>
                    <a:pt x="292" y="0"/>
                    <a:pt x="292" y="0"/>
                    <a:pt x="292" y="0"/>
                  </a:cubicBezTo>
                  <a:cubicBezTo>
                    <a:pt x="279" y="0"/>
                    <a:pt x="267" y="5"/>
                    <a:pt x="258" y="14"/>
                  </a:cubicBezTo>
                  <a:cubicBezTo>
                    <a:pt x="174" y="98"/>
                    <a:pt x="174" y="98"/>
                    <a:pt x="174" y="98"/>
                  </a:cubicBezTo>
                  <a:cubicBezTo>
                    <a:pt x="176" y="98"/>
                    <a:pt x="176" y="98"/>
                    <a:pt x="176" y="98"/>
                  </a:cubicBezTo>
                  <a:cubicBezTo>
                    <a:pt x="259" y="16"/>
                    <a:pt x="259" y="16"/>
                    <a:pt x="259" y="16"/>
                  </a:cubicBezTo>
                  <a:cubicBezTo>
                    <a:pt x="268" y="7"/>
                    <a:pt x="279" y="2"/>
                    <a:pt x="292" y="2"/>
                  </a:cubicBezTo>
                  <a:cubicBezTo>
                    <a:pt x="319" y="2"/>
                    <a:pt x="319" y="2"/>
                    <a:pt x="319" y="2"/>
                  </a:cubicBezTo>
                  <a:cubicBezTo>
                    <a:pt x="321" y="0"/>
                    <a:pt x="321" y="0"/>
                    <a:pt x="321" y="0"/>
                  </a:cubicBezTo>
                  <a:moveTo>
                    <a:pt x="622" y="0"/>
                  </a:moveTo>
                  <a:cubicBezTo>
                    <a:pt x="323" y="0"/>
                    <a:pt x="323" y="0"/>
                    <a:pt x="323" y="0"/>
                  </a:cubicBezTo>
                  <a:cubicBezTo>
                    <a:pt x="322" y="2"/>
                    <a:pt x="322" y="2"/>
                    <a:pt x="322" y="2"/>
                  </a:cubicBezTo>
                  <a:cubicBezTo>
                    <a:pt x="622" y="2"/>
                    <a:pt x="622" y="2"/>
                    <a:pt x="622" y="2"/>
                  </a:cubicBezTo>
                  <a:cubicBezTo>
                    <a:pt x="622" y="0"/>
                    <a:pt x="622" y="0"/>
                    <a:pt x="622"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4" name="Google Shape;824;p29"/>
            <p:cNvSpPr/>
            <p:nvPr/>
          </p:nvSpPr>
          <p:spPr>
            <a:xfrm>
              <a:off x="496925" y="2721815"/>
              <a:ext cx="3635028" cy="702961"/>
            </a:xfrm>
            <a:custGeom>
              <a:rect b="b" l="l" r="r" t="t"/>
              <a:pathLst>
                <a:path extrusionOk="0" h="135" w="706">
                  <a:moveTo>
                    <a:pt x="174" y="133"/>
                  </a:moveTo>
                  <a:cubicBezTo>
                    <a:pt x="0" y="133"/>
                    <a:pt x="0" y="133"/>
                    <a:pt x="0" y="133"/>
                  </a:cubicBezTo>
                  <a:cubicBezTo>
                    <a:pt x="0" y="135"/>
                    <a:pt x="0" y="135"/>
                    <a:pt x="0" y="135"/>
                  </a:cubicBezTo>
                  <a:cubicBezTo>
                    <a:pt x="172" y="135"/>
                    <a:pt x="172" y="135"/>
                    <a:pt x="172" y="135"/>
                  </a:cubicBezTo>
                  <a:cubicBezTo>
                    <a:pt x="174" y="133"/>
                    <a:pt x="174" y="133"/>
                    <a:pt x="174" y="133"/>
                  </a:cubicBezTo>
                  <a:moveTo>
                    <a:pt x="322" y="37"/>
                  </a:moveTo>
                  <a:cubicBezTo>
                    <a:pt x="319" y="37"/>
                    <a:pt x="319" y="37"/>
                    <a:pt x="319" y="37"/>
                  </a:cubicBezTo>
                  <a:cubicBezTo>
                    <a:pt x="237" y="119"/>
                    <a:pt x="237" y="119"/>
                    <a:pt x="237" y="119"/>
                  </a:cubicBezTo>
                  <a:cubicBezTo>
                    <a:pt x="228" y="128"/>
                    <a:pt x="216" y="133"/>
                    <a:pt x="204" y="133"/>
                  </a:cubicBezTo>
                  <a:cubicBezTo>
                    <a:pt x="176" y="133"/>
                    <a:pt x="176" y="133"/>
                    <a:pt x="176" y="133"/>
                  </a:cubicBezTo>
                  <a:cubicBezTo>
                    <a:pt x="175" y="135"/>
                    <a:pt x="175" y="135"/>
                    <a:pt x="175" y="135"/>
                  </a:cubicBezTo>
                  <a:cubicBezTo>
                    <a:pt x="204" y="135"/>
                    <a:pt x="204" y="135"/>
                    <a:pt x="204" y="135"/>
                  </a:cubicBezTo>
                  <a:cubicBezTo>
                    <a:pt x="217" y="135"/>
                    <a:pt x="229" y="130"/>
                    <a:pt x="238" y="121"/>
                  </a:cubicBezTo>
                  <a:cubicBezTo>
                    <a:pt x="322" y="37"/>
                    <a:pt x="322" y="37"/>
                    <a:pt x="322" y="37"/>
                  </a:cubicBezTo>
                  <a:moveTo>
                    <a:pt x="706" y="0"/>
                  </a:moveTo>
                  <a:cubicBezTo>
                    <a:pt x="376" y="0"/>
                    <a:pt x="376" y="0"/>
                    <a:pt x="376" y="0"/>
                  </a:cubicBezTo>
                  <a:cubicBezTo>
                    <a:pt x="363" y="0"/>
                    <a:pt x="351" y="5"/>
                    <a:pt x="342" y="14"/>
                  </a:cubicBezTo>
                  <a:cubicBezTo>
                    <a:pt x="321" y="35"/>
                    <a:pt x="321" y="35"/>
                    <a:pt x="321" y="35"/>
                  </a:cubicBezTo>
                  <a:cubicBezTo>
                    <a:pt x="323" y="35"/>
                    <a:pt x="323" y="35"/>
                    <a:pt x="323" y="35"/>
                  </a:cubicBezTo>
                  <a:cubicBezTo>
                    <a:pt x="343" y="16"/>
                    <a:pt x="343" y="16"/>
                    <a:pt x="343" y="16"/>
                  </a:cubicBezTo>
                  <a:cubicBezTo>
                    <a:pt x="352" y="7"/>
                    <a:pt x="363" y="2"/>
                    <a:pt x="376" y="2"/>
                  </a:cubicBezTo>
                  <a:cubicBezTo>
                    <a:pt x="706" y="2"/>
                    <a:pt x="706" y="2"/>
                    <a:pt x="706" y="2"/>
                  </a:cubicBezTo>
                  <a:cubicBezTo>
                    <a:pt x="706" y="0"/>
                    <a:pt x="706" y="0"/>
                    <a:pt x="706" y="0"/>
                  </a:cubicBezTo>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5" name="Google Shape;825;p29"/>
            <p:cNvSpPr/>
            <p:nvPr/>
          </p:nvSpPr>
          <p:spPr>
            <a:xfrm>
              <a:off x="3657584" y="2867773"/>
              <a:ext cx="82639" cy="82639"/>
            </a:xfrm>
            <a:custGeom>
              <a:rect b="b" l="l" r="r" t="t"/>
              <a:pathLst>
                <a:path extrusionOk="0" h="16" w="16">
                  <a:moveTo>
                    <a:pt x="8" y="16"/>
                  </a:moveTo>
                  <a:cubicBezTo>
                    <a:pt x="3" y="16"/>
                    <a:pt x="0" y="13"/>
                    <a:pt x="0" y="8"/>
                  </a:cubicBezTo>
                  <a:cubicBezTo>
                    <a:pt x="0" y="3"/>
                    <a:pt x="3" y="0"/>
                    <a:pt x="8" y="0"/>
                  </a:cubicBezTo>
                  <a:cubicBezTo>
                    <a:pt x="13" y="0"/>
                    <a:pt x="16" y="3"/>
                    <a:pt x="16" y="8"/>
                  </a:cubicBezTo>
                  <a:cubicBezTo>
                    <a:pt x="16" y="13"/>
                    <a:pt x="13" y="16"/>
                    <a:pt x="8" y="16"/>
                  </a:cubicBezTo>
                  <a:close/>
                  <a:moveTo>
                    <a:pt x="8" y="4"/>
                  </a:moveTo>
                  <a:cubicBezTo>
                    <a:pt x="6" y="4"/>
                    <a:pt x="4" y="6"/>
                    <a:pt x="4" y="8"/>
                  </a:cubicBezTo>
                  <a:cubicBezTo>
                    <a:pt x="4" y="11"/>
                    <a:pt x="6" y="12"/>
                    <a:pt x="8" y="12"/>
                  </a:cubicBezTo>
                  <a:cubicBezTo>
                    <a:pt x="10" y="12"/>
                    <a:pt x="12" y="11"/>
                    <a:pt x="12" y="8"/>
                  </a:cubicBezTo>
                  <a:cubicBezTo>
                    <a:pt x="12" y="6"/>
                    <a:pt x="10"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26" name="Google Shape;826;p29"/>
            <p:cNvSpPr/>
            <p:nvPr/>
          </p:nvSpPr>
          <p:spPr>
            <a:xfrm>
              <a:off x="4090095" y="2685325"/>
              <a:ext cx="88005" cy="88004"/>
            </a:xfrm>
            <a:custGeom>
              <a:rect b="b" l="l" r="r" t="t"/>
              <a:pathLst>
                <a:path extrusionOk="0" h="17" w="17">
                  <a:moveTo>
                    <a:pt x="8" y="17"/>
                  </a:moveTo>
                  <a:cubicBezTo>
                    <a:pt x="4" y="17"/>
                    <a:pt x="0" y="13"/>
                    <a:pt x="0" y="8"/>
                  </a:cubicBezTo>
                  <a:cubicBezTo>
                    <a:pt x="0" y="4"/>
                    <a:pt x="4" y="0"/>
                    <a:pt x="8" y="0"/>
                  </a:cubicBezTo>
                  <a:cubicBezTo>
                    <a:pt x="13" y="0"/>
                    <a:pt x="17" y="4"/>
                    <a:pt x="17" y="8"/>
                  </a:cubicBezTo>
                  <a:cubicBezTo>
                    <a:pt x="17" y="13"/>
                    <a:pt x="13" y="17"/>
                    <a:pt x="8" y="17"/>
                  </a:cubicBezTo>
                  <a:close/>
                  <a:moveTo>
                    <a:pt x="8" y="4"/>
                  </a:moveTo>
                  <a:cubicBezTo>
                    <a:pt x="6" y="4"/>
                    <a:pt x="4" y="6"/>
                    <a:pt x="4" y="8"/>
                  </a:cubicBezTo>
                  <a:cubicBezTo>
                    <a:pt x="4" y="11"/>
                    <a:pt x="6" y="13"/>
                    <a:pt x="8" y="13"/>
                  </a:cubicBezTo>
                  <a:cubicBezTo>
                    <a:pt x="11" y="13"/>
                    <a:pt x="13" y="11"/>
                    <a:pt x="13" y="8"/>
                  </a:cubicBezTo>
                  <a:cubicBezTo>
                    <a:pt x="13" y="6"/>
                    <a:pt x="11" y="4"/>
                    <a:pt x="8" y="4"/>
                  </a:cubicBezTo>
                  <a:close/>
                </a:path>
              </a:pathLst>
            </a:custGeom>
            <a:solidFill>
              <a:schemeClr val="dk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grpSp>
        <p:nvGrpSpPr>
          <p:cNvPr id="827" name="Google Shape;827;p29"/>
          <p:cNvGrpSpPr/>
          <p:nvPr/>
        </p:nvGrpSpPr>
        <p:grpSpPr>
          <a:xfrm>
            <a:off x="7041707" y="1867473"/>
            <a:ext cx="2588196" cy="2402549"/>
            <a:chOff x="5398760" y="2293721"/>
            <a:chExt cx="2953888" cy="2742009"/>
          </a:xfrm>
        </p:grpSpPr>
        <p:sp>
          <p:nvSpPr>
            <p:cNvPr id="828" name="Google Shape;828;p29"/>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29" name="Google Shape;829;p29"/>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30" name="Google Shape;830;p29"/>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831" name="Google Shape;831;p29"/>
          <p:cNvGrpSpPr/>
          <p:nvPr/>
        </p:nvGrpSpPr>
        <p:grpSpPr>
          <a:xfrm>
            <a:off x="474823" y="500651"/>
            <a:ext cx="8141950" cy="4308900"/>
            <a:chOff x="474823" y="500651"/>
            <a:chExt cx="8141950" cy="4308900"/>
          </a:xfrm>
        </p:grpSpPr>
        <p:sp>
          <p:nvSpPr>
            <p:cNvPr id="832" name="Google Shape;832;p29"/>
            <p:cNvSpPr/>
            <p:nvPr/>
          </p:nvSpPr>
          <p:spPr>
            <a:xfrm>
              <a:off x="2851198" y="5006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33" name="Google Shape;833;p29"/>
            <p:cNvSpPr/>
            <p:nvPr/>
          </p:nvSpPr>
          <p:spPr>
            <a:xfrm>
              <a:off x="8539073" y="12429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34" name="Google Shape;834;p29"/>
            <p:cNvSpPr/>
            <p:nvPr/>
          </p:nvSpPr>
          <p:spPr>
            <a:xfrm>
              <a:off x="474823" y="2450826"/>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35" name="Google Shape;835;p29"/>
            <p:cNvSpPr/>
            <p:nvPr/>
          </p:nvSpPr>
          <p:spPr>
            <a:xfrm>
              <a:off x="4899048" y="47318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_1">
    <p:spTree>
      <p:nvGrpSpPr>
        <p:cNvPr id="836" name="Shape 836"/>
        <p:cNvGrpSpPr/>
        <p:nvPr/>
      </p:nvGrpSpPr>
      <p:grpSpPr>
        <a:xfrm>
          <a:off x="0" y="0"/>
          <a:ext cx="0" cy="0"/>
          <a:chOff x="0" y="0"/>
          <a:chExt cx="0" cy="0"/>
        </a:xfrm>
      </p:grpSpPr>
      <p:pic>
        <p:nvPicPr>
          <p:cNvPr id="837" name="Google Shape;837;p30"/>
          <p:cNvPicPr preferRelativeResize="0"/>
          <p:nvPr/>
        </p:nvPicPr>
        <p:blipFill>
          <a:blip r:embed="rId2">
            <a:alphaModFix/>
          </a:blip>
          <a:stretch>
            <a:fillRect/>
          </a:stretch>
        </p:blipFill>
        <p:spPr>
          <a:xfrm flipH="1">
            <a:off x="75" y="0"/>
            <a:ext cx="9144003" cy="5143501"/>
          </a:xfrm>
          <a:prstGeom prst="rect">
            <a:avLst/>
          </a:prstGeom>
          <a:noFill/>
          <a:ln>
            <a:noFill/>
          </a:ln>
        </p:spPr>
      </p:pic>
      <p:sp>
        <p:nvSpPr>
          <p:cNvPr id="838" name="Google Shape;838;p30"/>
          <p:cNvSpPr txBox="1"/>
          <p:nvPr>
            <p:ph type="title"/>
          </p:nvPr>
        </p:nvSpPr>
        <p:spPr>
          <a:xfrm>
            <a:off x="2347950" y="707777"/>
            <a:ext cx="4448100" cy="122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800"/>
              <a:buNone/>
              <a:defRPr sz="6000"/>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9" name="Google Shape;839;p30"/>
          <p:cNvSpPr txBox="1"/>
          <p:nvPr>
            <p:ph idx="1" type="subTitle"/>
          </p:nvPr>
        </p:nvSpPr>
        <p:spPr>
          <a:xfrm>
            <a:off x="2347900" y="1841450"/>
            <a:ext cx="4448100" cy="1058700"/>
          </a:xfrm>
          <a:prstGeom prst="rect">
            <a:avLst/>
          </a:prstGeom>
        </p:spPr>
        <p:txBody>
          <a:bodyPr anchorCtr="0" anchor="ctr"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1600"/>
              </a:spcBef>
              <a:spcAft>
                <a:spcPts val="0"/>
              </a:spcAft>
              <a:buSzPts val="1400"/>
              <a:buNone/>
              <a:defRPr/>
            </a:lvl3pPr>
            <a:lvl4pPr lvl="3" rtl="0" algn="ctr">
              <a:lnSpc>
                <a:spcPct val="100000"/>
              </a:lnSpc>
              <a:spcBef>
                <a:spcPts val="1600"/>
              </a:spcBef>
              <a:spcAft>
                <a:spcPts val="0"/>
              </a:spcAft>
              <a:buSzPts val="1400"/>
              <a:buNone/>
              <a:defRPr/>
            </a:lvl4pPr>
            <a:lvl5pPr lvl="4" rtl="0" algn="ctr">
              <a:lnSpc>
                <a:spcPct val="100000"/>
              </a:lnSpc>
              <a:spcBef>
                <a:spcPts val="1600"/>
              </a:spcBef>
              <a:spcAft>
                <a:spcPts val="0"/>
              </a:spcAft>
              <a:buSzPts val="1400"/>
              <a:buNone/>
              <a:defRPr/>
            </a:lvl5pPr>
            <a:lvl6pPr lvl="5" rtl="0" algn="ctr">
              <a:lnSpc>
                <a:spcPct val="100000"/>
              </a:lnSpc>
              <a:spcBef>
                <a:spcPts val="1600"/>
              </a:spcBef>
              <a:spcAft>
                <a:spcPts val="0"/>
              </a:spcAft>
              <a:buSzPts val="1400"/>
              <a:buNone/>
              <a:defRPr/>
            </a:lvl6pPr>
            <a:lvl7pPr lvl="6" rtl="0" algn="ctr">
              <a:lnSpc>
                <a:spcPct val="100000"/>
              </a:lnSpc>
              <a:spcBef>
                <a:spcPts val="1600"/>
              </a:spcBef>
              <a:spcAft>
                <a:spcPts val="0"/>
              </a:spcAft>
              <a:buSzPts val="1400"/>
              <a:buNone/>
              <a:defRPr/>
            </a:lvl7pPr>
            <a:lvl8pPr lvl="7" rtl="0" algn="ctr">
              <a:lnSpc>
                <a:spcPct val="100000"/>
              </a:lnSpc>
              <a:spcBef>
                <a:spcPts val="1600"/>
              </a:spcBef>
              <a:spcAft>
                <a:spcPts val="0"/>
              </a:spcAft>
              <a:buSzPts val="1400"/>
              <a:buNone/>
              <a:defRPr/>
            </a:lvl8pPr>
            <a:lvl9pPr lvl="8" rtl="0" algn="ctr">
              <a:lnSpc>
                <a:spcPct val="100000"/>
              </a:lnSpc>
              <a:spcBef>
                <a:spcPts val="1600"/>
              </a:spcBef>
              <a:spcAft>
                <a:spcPts val="1600"/>
              </a:spcAft>
              <a:buSzPts val="1400"/>
              <a:buNone/>
              <a:defRPr/>
            </a:lvl9pPr>
          </a:lstStyle>
          <a:p/>
        </p:txBody>
      </p:sp>
      <p:sp>
        <p:nvSpPr>
          <p:cNvPr id="840" name="Google Shape;840;p30"/>
          <p:cNvSpPr txBox="1"/>
          <p:nvPr/>
        </p:nvSpPr>
        <p:spPr>
          <a:xfrm>
            <a:off x="2099100" y="3611950"/>
            <a:ext cx="4945800" cy="556200"/>
          </a:xfrm>
          <a:prstGeom prst="rect">
            <a:avLst/>
          </a:prstGeom>
          <a:noFill/>
          <a:ln>
            <a:noFill/>
          </a:ln>
        </p:spPr>
        <p:txBody>
          <a:bodyPr anchorCtr="0" anchor="t" bIns="91425" lIns="91425" spcFirstLastPara="1" rIns="91425" wrap="square" tIns="91425">
            <a:noAutofit/>
          </a:bodyPr>
          <a:lstStyle/>
          <a:p>
            <a:pPr indent="0" lvl="0" marL="0" rtl="0" algn="ctr">
              <a:spcBef>
                <a:spcPts val="300"/>
              </a:spcBef>
              <a:spcAft>
                <a:spcPts val="0"/>
              </a:spcAft>
              <a:buNone/>
            </a:pPr>
            <a:r>
              <a:rPr b="1" lang="en" sz="1200">
                <a:solidFill>
                  <a:schemeClr val="dk1"/>
                </a:solidFill>
                <a:latin typeface="Archivo"/>
                <a:ea typeface="Archivo"/>
                <a:cs typeface="Archivo"/>
                <a:sym typeface="Archivo"/>
              </a:rPr>
              <a:t>CREDITS:</a:t>
            </a:r>
            <a:r>
              <a:rPr lang="en" sz="1200">
                <a:solidFill>
                  <a:schemeClr val="dk1"/>
                </a:solidFill>
                <a:latin typeface="Archivo"/>
                <a:ea typeface="Archivo"/>
                <a:cs typeface="Archivo"/>
                <a:sym typeface="Archivo"/>
              </a:rPr>
              <a:t> This presentation template was created by </a:t>
            </a:r>
            <a:r>
              <a:rPr b="1" lang="en" sz="1200" u="sng">
                <a:solidFill>
                  <a:schemeClr val="dk1"/>
                </a:solidFill>
                <a:latin typeface="Archivo"/>
                <a:ea typeface="Archivo"/>
                <a:cs typeface="Archivo"/>
                <a:sym typeface="Archivo"/>
                <a:hlinkClick r:id="rId3">
                  <a:extLst>
                    <a:ext uri="{A12FA001-AC4F-418D-AE19-62706E023703}">
                      <ahyp:hlinkClr val="tx"/>
                    </a:ext>
                  </a:extLst>
                </a:hlinkClick>
              </a:rPr>
              <a:t>Slidesgo</a:t>
            </a:r>
            <a:r>
              <a:rPr lang="en" sz="1200">
                <a:solidFill>
                  <a:schemeClr val="dk1"/>
                </a:solidFill>
                <a:latin typeface="Archivo"/>
                <a:ea typeface="Archivo"/>
                <a:cs typeface="Archivo"/>
                <a:sym typeface="Archivo"/>
              </a:rPr>
              <a:t>, and includes icons by </a:t>
            </a:r>
            <a:r>
              <a:rPr b="1" lang="en" sz="1200" u="sng">
                <a:solidFill>
                  <a:schemeClr val="dk1"/>
                </a:solidFill>
                <a:latin typeface="Archivo"/>
                <a:ea typeface="Archivo"/>
                <a:cs typeface="Archivo"/>
                <a:sym typeface="Archivo"/>
                <a:hlinkClick r:id="rId4">
                  <a:extLst>
                    <a:ext uri="{A12FA001-AC4F-418D-AE19-62706E023703}">
                      <ahyp:hlinkClr val="tx"/>
                    </a:ext>
                  </a:extLst>
                </a:hlinkClick>
              </a:rPr>
              <a:t>Flaticon</a:t>
            </a:r>
            <a:r>
              <a:rPr lang="en" sz="1200">
                <a:solidFill>
                  <a:schemeClr val="dk1"/>
                </a:solidFill>
                <a:latin typeface="Archivo"/>
                <a:ea typeface="Archivo"/>
                <a:cs typeface="Archivo"/>
                <a:sym typeface="Archivo"/>
              </a:rPr>
              <a:t>, and infographics &amp; images by </a:t>
            </a:r>
            <a:r>
              <a:rPr b="1" lang="en" sz="1200" u="sng">
                <a:solidFill>
                  <a:schemeClr val="dk1"/>
                </a:solidFill>
                <a:latin typeface="Archivo"/>
                <a:ea typeface="Archivo"/>
                <a:cs typeface="Archivo"/>
                <a:sym typeface="Archivo"/>
                <a:hlinkClick r:id="rId5">
                  <a:extLst>
                    <a:ext uri="{A12FA001-AC4F-418D-AE19-62706E023703}">
                      <ahyp:hlinkClr val="tx"/>
                    </a:ext>
                  </a:extLst>
                </a:hlinkClick>
              </a:rPr>
              <a:t>Freepik</a:t>
            </a:r>
            <a:r>
              <a:rPr lang="en" sz="1200" u="sng">
                <a:solidFill>
                  <a:schemeClr val="dk1"/>
                </a:solidFill>
                <a:latin typeface="Archivo"/>
                <a:ea typeface="Archivo"/>
                <a:cs typeface="Archivo"/>
                <a:sym typeface="Archivo"/>
              </a:rPr>
              <a:t> </a:t>
            </a:r>
            <a:endParaRPr b="1" sz="1200" u="sng">
              <a:solidFill>
                <a:schemeClr val="dk1"/>
              </a:solidFill>
              <a:latin typeface="Archivo"/>
              <a:ea typeface="Archivo"/>
              <a:cs typeface="Archivo"/>
              <a:sym typeface="Archivo"/>
            </a:endParaRPr>
          </a:p>
        </p:txBody>
      </p:sp>
      <p:sp>
        <p:nvSpPr>
          <p:cNvPr id="841" name="Google Shape;841;p30"/>
          <p:cNvSpPr/>
          <p:nvPr/>
        </p:nvSpPr>
        <p:spPr>
          <a:xfrm>
            <a:off x="-76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nvGrpSpPr>
          <p:cNvPr id="842" name="Google Shape;842;p30"/>
          <p:cNvGrpSpPr/>
          <p:nvPr/>
        </p:nvGrpSpPr>
        <p:grpSpPr>
          <a:xfrm>
            <a:off x="15510" y="-76204"/>
            <a:ext cx="2953888" cy="2742009"/>
            <a:chOff x="5398760" y="2293721"/>
            <a:chExt cx="2953888" cy="2742009"/>
          </a:xfrm>
        </p:grpSpPr>
        <p:sp>
          <p:nvSpPr>
            <p:cNvPr id="843" name="Google Shape;843;p30"/>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4" name="Google Shape;844;p30"/>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5" name="Google Shape;845;p30"/>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
        <p:nvSpPr>
          <p:cNvPr id="846" name="Google Shape;846;p30"/>
          <p:cNvSpPr/>
          <p:nvPr/>
        </p:nvSpPr>
        <p:spPr>
          <a:xfrm rot="10800000">
            <a:off x="6174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nvGrpSpPr>
          <p:cNvPr id="847" name="Google Shape;847;p30"/>
          <p:cNvGrpSpPr/>
          <p:nvPr/>
        </p:nvGrpSpPr>
        <p:grpSpPr>
          <a:xfrm rot="10800000">
            <a:off x="6207139" y="2556191"/>
            <a:ext cx="2953888" cy="2742009"/>
            <a:chOff x="5398760" y="2293721"/>
            <a:chExt cx="2953888" cy="2742009"/>
          </a:xfrm>
        </p:grpSpPr>
        <p:sp>
          <p:nvSpPr>
            <p:cNvPr id="848" name="Google Shape;848;p30"/>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49" name="Google Shape;849;p30"/>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50" name="Google Shape;850;p30"/>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851" name="Shape 851"/>
        <p:cNvGrpSpPr/>
        <p:nvPr/>
      </p:nvGrpSpPr>
      <p:grpSpPr>
        <a:xfrm>
          <a:off x="0" y="0"/>
          <a:ext cx="0" cy="0"/>
          <a:chOff x="0" y="0"/>
          <a:chExt cx="0" cy="0"/>
        </a:xfrm>
      </p:grpSpPr>
      <p:pic>
        <p:nvPicPr>
          <p:cNvPr id="852" name="Google Shape;852;p31"/>
          <p:cNvPicPr preferRelativeResize="0"/>
          <p:nvPr/>
        </p:nvPicPr>
        <p:blipFill>
          <a:blip r:embed="rId2">
            <a:alphaModFix/>
          </a:blip>
          <a:stretch>
            <a:fillRect/>
          </a:stretch>
        </p:blipFill>
        <p:spPr>
          <a:xfrm flipH="1">
            <a:off x="75" y="0"/>
            <a:ext cx="9144003" cy="5143501"/>
          </a:xfrm>
          <a:prstGeom prst="rect">
            <a:avLst/>
          </a:prstGeom>
          <a:noFill/>
          <a:ln>
            <a:noFill/>
          </a:ln>
        </p:spPr>
      </p:pic>
      <p:grpSp>
        <p:nvGrpSpPr>
          <p:cNvPr id="853" name="Google Shape;853;p31"/>
          <p:cNvGrpSpPr/>
          <p:nvPr/>
        </p:nvGrpSpPr>
        <p:grpSpPr>
          <a:xfrm>
            <a:off x="327123" y="360751"/>
            <a:ext cx="8468455" cy="4330950"/>
            <a:chOff x="327123" y="360751"/>
            <a:chExt cx="8468455" cy="4330950"/>
          </a:xfrm>
        </p:grpSpPr>
        <p:sp>
          <p:nvSpPr>
            <p:cNvPr id="854" name="Google Shape;854;p31"/>
            <p:cNvSpPr/>
            <p:nvPr/>
          </p:nvSpPr>
          <p:spPr>
            <a:xfrm rot="10800000">
              <a:off x="8717878" y="1886979"/>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5" name="Google Shape;855;p31"/>
            <p:cNvSpPr/>
            <p:nvPr/>
          </p:nvSpPr>
          <p:spPr>
            <a:xfrm>
              <a:off x="7377208" y="3607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6" name="Google Shape;856;p31"/>
            <p:cNvSpPr/>
            <p:nvPr/>
          </p:nvSpPr>
          <p:spPr>
            <a:xfrm>
              <a:off x="327123" y="3022601"/>
              <a:ext cx="77700" cy="777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7" name="Google Shape;857;p31"/>
            <p:cNvSpPr/>
            <p:nvPr/>
          </p:nvSpPr>
          <p:spPr>
            <a:xfrm>
              <a:off x="2708793" y="43845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58" name="Google Shape;858;p31"/>
            <p:cNvSpPr/>
            <p:nvPr/>
          </p:nvSpPr>
          <p:spPr>
            <a:xfrm>
              <a:off x="3472688" y="4614001"/>
              <a:ext cx="77700" cy="77700"/>
            </a:xfrm>
            <a:prstGeom prst="rect">
              <a:avLst/>
            </a:prstGeom>
            <a:solidFill>
              <a:schemeClr val="accen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859" name="Google Shape;859;p31"/>
          <p:cNvGrpSpPr/>
          <p:nvPr/>
        </p:nvGrpSpPr>
        <p:grpSpPr>
          <a:xfrm>
            <a:off x="0" y="1"/>
            <a:ext cx="9144000" cy="5143500"/>
            <a:chOff x="0" y="1"/>
            <a:chExt cx="9144000" cy="5143500"/>
          </a:xfrm>
        </p:grpSpPr>
        <p:sp>
          <p:nvSpPr>
            <p:cNvPr id="860" name="Google Shape;860;p31"/>
            <p:cNvSpPr/>
            <p:nvPr/>
          </p:nvSpPr>
          <p:spPr>
            <a:xfrm flipH="1" rot="10800000">
              <a:off x="0" y="4643321"/>
              <a:ext cx="1904362" cy="500179"/>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61" name="Google Shape;861;p31"/>
            <p:cNvSpPr/>
            <p:nvPr/>
          </p:nvSpPr>
          <p:spPr>
            <a:xfrm flipH="1">
              <a:off x="7239638" y="1"/>
              <a:ext cx="1904362" cy="500180"/>
            </a:xfrm>
            <a:custGeom>
              <a:rect b="b" l="l" r="r" t="t"/>
              <a:pathLst>
                <a:path extrusionOk="0" h="369" w="1409">
                  <a:moveTo>
                    <a:pt x="0" y="0"/>
                  </a:moveTo>
                  <a:cubicBezTo>
                    <a:pt x="0" y="369"/>
                    <a:pt x="0" y="369"/>
                    <a:pt x="0" y="369"/>
                  </a:cubicBezTo>
                  <a:cubicBezTo>
                    <a:pt x="849" y="369"/>
                    <a:pt x="849" y="369"/>
                    <a:pt x="849" y="369"/>
                  </a:cubicBezTo>
                  <a:cubicBezTo>
                    <a:pt x="874" y="369"/>
                    <a:pt x="899" y="359"/>
                    <a:pt x="917" y="341"/>
                  </a:cubicBezTo>
                  <a:cubicBezTo>
                    <a:pt x="1071" y="187"/>
                    <a:pt x="1071" y="187"/>
                    <a:pt x="1071" y="187"/>
                  </a:cubicBezTo>
                  <a:cubicBezTo>
                    <a:pt x="1089" y="169"/>
                    <a:pt x="1113" y="159"/>
                    <a:pt x="1139" y="159"/>
                  </a:cubicBezTo>
                  <a:cubicBezTo>
                    <a:pt x="1306" y="159"/>
                    <a:pt x="1306" y="159"/>
                    <a:pt x="1306" y="159"/>
                  </a:cubicBezTo>
                  <a:cubicBezTo>
                    <a:pt x="1355" y="159"/>
                    <a:pt x="1396" y="122"/>
                    <a:pt x="1401" y="74"/>
                  </a:cubicBezTo>
                  <a:cubicBezTo>
                    <a:pt x="1409" y="8"/>
                    <a:pt x="1409" y="8"/>
                    <a:pt x="1409" y="8"/>
                  </a:cubicBezTo>
                  <a:cubicBezTo>
                    <a:pt x="1409" y="5"/>
                    <a:pt x="1409" y="3"/>
                    <a:pt x="1409" y="0"/>
                  </a:cubicBezTo>
                  <a:lnTo>
                    <a:pt x="0" y="0"/>
                  </a:lnTo>
                  <a:close/>
                </a:path>
              </a:pathLst>
            </a:custGeom>
            <a:solidFill>
              <a:schemeClr val="lt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spTree>
      <p:nvGrpSpPr>
        <p:cNvPr id="862" name="Shape 862"/>
        <p:cNvGrpSpPr/>
        <p:nvPr/>
      </p:nvGrpSpPr>
      <p:grpSpPr>
        <a:xfrm>
          <a:off x="0" y="0"/>
          <a:ext cx="0" cy="0"/>
          <a:chOff x="0" y="0"/>
          <a:chExt cx="0" cy="0"/>
        </a:xfrm>
      </p:grpSpPr>
      <p:pic>
        <p:nvPicPr>
          <p:cNvPr id="863" name="Google Shape;863;p32"/>
          <p:cNvPicPr preferRelativeResize="0"/>
          <p:nvPr/>
        </p:nvPicPr>
        <p:blipFill>
          <a:blip r:embed="rId2">
            <a:alphaModFix/>
          </a:blip>
          <a:stretch>
            <a:fillRect/>
          </a:stretch>
        </p:blipFill>
        <p:spPr>
          <a:xfrm>
            <a:off x="75" y="0"/>
            <a:ext cx="9144003" cy="5143501"/>
          </a:xfrm>
          <a:prstGeom prst="rect">
            <a:avLst/>
          </a:prstGeom>
          <a:noFill/>
          <a:ln>
            <a:noFill/>
          </a:ln>
        </p:spPr>
      </p:pic>
      <p:grpSp>
        <p:nvGrpSpPr>
          <p:cNvPr id="864" name="Google Shape;864;p32"/>
          <p:cNvGrpSpPr/>
          <p:nvPr/>
        </p:nvGrpSpPr>
        <p:grpSpPr>
          <a:xfrm>
            <a:off x="250881" y="187584"/>
            <a:ext cx="438336" cy="939067"/>
            <a:chOff x="327075" y="263775"/>
            <a:chExt cx="576228" cy="1234478"/>
          </a:xfrm>
        </p:grpSpPr>
        <p:sp>
          <p:nvSpPr>
            <p:cNvPr id="865" name="Google Shape;865;p32"/>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6" name="Google Shape;866;p32"/>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7" name="Google Shape;867;p32"/>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8" name="Google Shape;868;p32"/>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69" name="Google Shape;869;p32"/>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0" name="Google Shape;870;p32"/>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1" name="Google Shape;871;p32"/>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2" name="Google Shape;872;p32"/>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3" name="Google Shape;873;p32"/>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4" name="Google Shape;874;p32"/>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5" name="Google Shape;875;p32"/>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876" name="Google Shape;876;p32"/>
          <p:cNvGrpSpPr/>
          <p:nvPr/>
        </p:nvGrpSpPr>
        <p:grpSpPr>
          <a:xfrm>
            <a:off x="-287175" y="-182307"/>
            <a:ext cx="4252789" cy="3328719"/>
            <a:chOff x="-287175" y="-182307"/>
            <a:chExt cx="4252789" cy="3328719"/>
          </a:xfrm>
        </p:grpSpPr>
        <p:sp>
          <p:nvSpPr>
            <p:cNvPr id="877" name="Google Shape;877;p32"/>
            <p:cNvSpPr/>
            <p:nvPr/>
          </p:nvSpPr>
          <p:spPr>
            <a:xfrm>
              <a:off x="-92037" y="-76212"/>
              <a:ext cx="4057651" cy="322262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878" name="Google Shape;878;p32"/>
            <p:cNvSpPr/>
            <p:nvPr/>
          </p:nvSpPr>
          <p:spPr>
            <a:xfrm>
              <a:off x="-76200" y="-76200"/>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79" name="Google Shape;879;p32"/>
            <p:cNvSpPr/>
            <p:nvPr/>
          </p:nvSpPr>
          <p:spPr>
            <a:xfrm>
              <a:off x="-97890" y="-182307"/>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880" name="Google Shape;880;p32"/>
            <p:cNvCxnSpPr/>
            <p:nvPr/>
          </p:nvCxnSpPr>
          <p:spPr>
            <a:xfrm flipH="1">
              <a:off x="-287175" y="-128900"/>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881" name="Google Shape;881;p32"/>
            <p:cNvGrpSpPr/>
            <p:nvPr/>
          </p:nvGrpSpPr>
          <p:grpSpPr>
            <a:xfrm>
              <a:off x="15510" y="-76204"/>
              <a:ext cx="2953888" cy="2742009"/>
              <a:chOff x="5398760" y="2293721"/>
              <a:chExt cx="2953888" cy="2742009"/>
            </a:xfrm>
          </p:grpSpPr>
          <p:sp>
            <p:nvSpPr>
              <p:cNvPr id="882" name="Google Shape;882;p3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3" name="Google Shape;883;p3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884" name="Google Shape;884;p3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gradFill>
                <a:gsLst>
                  <a:gs pos="0">
                    <a:schemeClr val="dk1"/>
                  </a:gs>
                  <a:gs pos="100000">
                    <a:srgbClr val="C5B9B9">
                      <a:alpha val="24313"/>
                    </a:srgbClr>
                  </a:gs>
                </a:gsLst>
                <a:lin ang="8100019" scaled="0"/>
              </a:gra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885" name="Google Shape;885;p32"/>
            <p:cNvGrpSpPr/>
            <p:nvPr/>
          </p:nvGrpSpPr>
          <p:grpSpPr>
            <a:xfrm>
              <a:off x="1075946" y="469703"/>
              <a:ext cx="2383606" cy="2130790"/>
              <a:chOff x="2439425" y="817125"/>
              <a:chExt cx="2884325" cy="2578400"/>
            </a:xfrm>
          </p:grpSpPr>
          <p:sp>
            <p:nvSpPr>
              <p:cNvPr id="886" name="Google Shape;886;p32"/>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887" name="Google Shape;887;p32"/>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888" name="Google Shape;888;p32"/>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89" name="Google Shape;889;p32"/>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0" name="Google Shape;890;p32"/>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1" name="Google Shape;891;p32"/>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grpSp>
        <p:nvGrpSpPr>
          <p:cNvPr id="892" name="Google Shape;892;p32"/>
          <p:cNvGrpSpPr/>
          <p:nvPr/>
        </p:nvGrpSpPr>
        <p:grpSpPr>
          <a:xfrm rot="10800000">
            <a:off x="8487318" y="4095345"/>
            <a:ext cx="438336" cy="939067"/>
            <a:chOff x="327075" y="263775"/>
            <a:chExt cx="576228" cy="1234478"/>
          </a:xfrm>
        </p:grpSpPr>
        <p:sp>
          <p:nvSpPr>
            <p:cNvPr id="893" name="Google Shape;893;p32"/>
            <p:cNvSpPr/>
            <p:nvPr/>
          </p:nvSpPr>
          <p:spPr>
            <a:xfrm>
              <a:off x="327075"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4" name="Google Shape;894;p32"/>
            <p:cNvSpPr/>
            <p:nvPr/>
          </p:nvSpPr>
          <p:spPr>
            <a:xfrm>
              <a:off x="327075"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5" name="Google Shape;895;p32"/>
            <p:cNvSpPr/>
            <p:nvPr/>
          </p:nvSpPr>
          <p:spPr>
            <a:xfrm>
              <a:off x="327075"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6" name="Google Shape;896;p32"/>
            <p:cNvSpPr/>
            <p:nvPr/>
          </p:nvSpPr>
          <p:spPr>
            <a:xfrm>
              <a:off x="327075" y="930302"/>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7" name="Google Shape;897;p32"/>
            <p:cNvSpPr/>
            <p:nvPr/>
          </p:nvSpPr>
          <p:spPr>
            <a:xfrm>
              <a:off x="327075" y="1152477"/>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8" name="Google Shape;898;p32"/>
            <p:cNvSpPr/>
            <p:nvPr/>
          </p:nvSpPr>
          <p:spPr>
            <a:xfrm>
              <a:off x="327075" y="1374653"/>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899" name="Google Shape;899;p32"/>
            <p:cNvSpPr/>
            <p:nvPr/>
          </p:nvSpPr>
          <p:spPr>
            <a:xfrm>
              <a:off x="556600"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0" name="Google Shape;900;p32"/>
            <p:cNvSpPr/>
            <p:nvPr/>
          </p:nvSpPr>
          <p:spPr>
            <a:xfrm>
              <a:off x="556600"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1" name="Google Shape;901;p32"/>
            <p:cNvSpPr/>
            <p:nvPr/>
          </p:nvSpPr>
          <p:spPr>
            <a:xfrm>
              <a:off x="556600" y="708126"/>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2" name="Google Shape;902;p32"/>
            <p:cNvSpPr/>
            <p:nvPr/>
          </p:nvSpPr>
          <p:spPr>
            <a:xfrm>
              <a:off x="779703" y="263775"/>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3" name="Google Shape;903;p32"/>
            <p:cNvSpPr/>
            <p:nvPr/>
          </p:nvSpPr>
          <p:spPr>
            <a:xfrm>
              <a:off x="779703" y="485951"/>
              <a:ext cx="123600" cy="123600"/>
            </a:xfrm>
            <a:prstGeom prst="rect">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nvGrpSpPr>
          <p:cNvPr id="904" name="Google Shape;904;p32"/>
          <p:cNvGrpSpPr/>
          <p:nvPr/>
        </p:nvGrpSpPr>
        <p:grpSpPr>
          <a:xfrm>
            <a:off x="5210922" y="2075584"/>
            <a:ext cx="4252789" cy="3328719"/>
            <a:chOff x="5210922" y="2075584"/>
            <a:chExt cx="4252789" cy="3328719"/>
          </a:xfrm>
        </p:grpSpPr>
        <p:sp>
          <p:nvSpPr>
            <p:cNvPr id="905" name="Google Shape;905;p32"/>
            <p:cNvSpPr/>
            <p:nvPr/>
          </p:nvSpPr>
          <p:spPr>
            <a:xfrm rot="10800000">
              <a:off x="5210922" y="2075584"/>
              <a:ext cx="4057651" cy="3222624"/>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dk2"/>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sp>
          <p:nvSpPr>
            <p:cNvPr id="906" name="Google Shape;906;p32"/>
            <p:cNvSpPr/>
            <p:nvPr/>
          </p:nvSpPr>
          <p:spPr>
            <a:xfrm rot="10800000">
              <a:off x="6174736" y="2312896"/>
              <a:ext cx="3078000" cy="2985300"/>
            </a:xfrm>
            <a:prstGeom prst="diagStripe">
              <a:avLst>
                <a:gd fmla="val 50000" name="adj"/>
              </a:avLst>
            </a:prstGeom>
            <a:solidFill>
              <a:schemeClr val="lt1"/>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07" name="Google Shape;907;p32"/>
            <p:cNvSpPr/>
            <p:nvPr/>
          </p:nvSpPr>
          <p:spPr>
            <a:xfrm rot="10800000">
              <a:off x="7382100" y="3901404"/>
              <a:ext cx="1892326" cy="1502899"/>
            </a:xfrm>
            <a:custGeom>
              <a:rect b="b" l="l" r="r" t="t"/>
              <a:pathLst>
                <a:path extrusionOk="0" h="1536" w="1930">
                  <a:moveTo>
                    <a:pt x="0" y="1522"/>
                  </a:moveTo>
                  <a:cubicBezTo>
                    <a:pt x="165" y="1522"/>
                    <a:pt x="165" y="1522"/>
                    <a:pt x="165" y="1522"/>
                  </a:cubicBezTo>
                  <a:cubicBezTo>
                    <a:pt x="190" y="1522"/>
                    <a:pt x="214" y="1512"/>
                    <a:pt x="231" y="1495"/>
                  </a:cubicBezTo>
                  <a:cubicBezTo>
                    <a:pt x="1192" y="534"/>
                    <a:pt x="1192" y="534"/>
                    <a:pt x="1192" y="534"/>
                  </a:cubicBezTo>
                  <a:cubicBezTo>
                    <a:pt x="1210" y="516"/>
                    <a:pt x="1233" y="506"/>
                    <a:pt x="1258" y="506"/>
                  </a:cubicBezTo>
                  <a:cubicBezTo>
                    <a:pt x="1486" y="506"/>
                    <a:pt x="1486" y="506"/>
                    <a:pt x="1486" y="506"/>
                  </a:cubicBezTo>
                  <a:cubicBezTo>
                    <a:pt x="1511" y="506"/>
                    <a:pt x="1535" y="497"/>
                    <a:pt x="1552" y="479"/>
                  </a:cubicBezTo>
                  <a:cubicBezTo>
                    <a:pt x="1871" y="161"/>
                    <a:pt x="1871" y="161"/>
                    <a:pt x="1871" y="161"/>
                  </a:cubicBezTo>
                  <a:cubicBezTo>
                    <a:pt x="1930" y="101"/>
                    <a:pt x="1888" y="0"/>
                    <a:pt x="1804" y="0"/>
                  </a:cubicBezTo>
                  <a:cubicBezTo>
                    <a:pt x="105" y="0"/>
                    <a:pt x="105" y="0"/>
                    <a:pt x="105" y="0"/>
                  </a:cubicBezTo>
                  <a:cubicBezTo>
                    <a:pt x="53" y="0"/>
                    <a:pt x="11" y="42"/>
                    <a:pt x="11" y="94"/>
                  </a:cubicBezTo>
                  <a:cubicBezTo>
                    <a:pt x="7" y="1536"/>
                    <a:pt x="7" y="1536"/>
                    <a:pt x="7" y="1536"/>
                  </a:cubicBezTo>
                </a:path>
              </a:pathLst>
            </a:custGeom>
            <a:solidFill>
              <a:schemeClr val="accent1"/>
            </a:solid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rgbClr val="000000"/>
                </a:solidFill>
                <a:latin typeface="Calibri"/>
                <a:ea typeface="Calibri"/>
                <a:cs typeface="Calibri"/>
                <a:sym typeface="Calibri"/>
              </a:endParaRPr>
            </a:p>
          </p:txBody>
        </p:sp>
        <p:cxnSp>
          <p:nvCxnSpPr>
            <p:cNvPr id="908" name="Google Shape;908;p32"/>
            <p:cNvCxnSpPr/>
            <p:nvPr/>
          </p:nvCxnSpPr>
          <p:spPr>
            <a:xfrm flipH="1" rot="10800000">
              <a:off x="7459111" y="3346296"/>
              <a:ext cx="2004600" cy="2004600"/>
            </a:xfrm>
            <a:prstGeom prst="straightConnector1">
              <a:avLst/>
            </a:prstGeom>
            <a:noFill/>
            <a:ln cap="flat" cmpd="sng" w="19050">
              <a:solidFill>
                <a:schemeClr val="dk1"/>
              </a:solidFill>
              <a:prstDash val="solid"/>
              <a:round/>
              <a:headEnd len="med" w="med" type="none"/>
              <a:tailEnd len="med" w="med" type="none"/>
            </a:ln>
            <a:effectLst>
              <a:outerShdw blurRad="57150" rotWithShape="0" algn="bl" dir="5400000" dist="19050">
                <a:schemeClr val="dk1">
                  <a:alpha val="50000"/>
                </a:schemeClr>
              </a:outerShdw>
            </a:effectLst>
          </p:spPr>
        </p:cxnSp>
        <p:grpSp>
          <p:nvGrpSpPr>
            <p:cNvPr id="909" name="Google Shape;909;p32"/>
            <p:cNvGrpSpPr/>
            <p:nvPr/>
          </p:nvGrpSpPr>
          <p:grpSpPr>
            <a:xfrm rot="10800000">
              <a:off x="6207139" y="2556191"/>
              <a:ext cx="2953888" cy="2742009"/>
              <a:chOff x="5398760" y="2293721"/>
              <a:chExt cx="2953888" cy="2742009"/>
            </a:xfrm>
          </p:grpSpPr>
          <p:sp>
            <p:nvSpPr>
              <p:cNvPr id="910" name="Google Shape;910;p32"/>
              <p:cNvSpPr/>
              <p:nvPr/>
            </p:nvSpPr>
            <p:spPr>
              <a:xfrm>
                <a:off x="5398760" y="2293721"/>
                <a:ext cx="2768203" cy="2742009"/>
              </a:xfrm>
              <a:custGeom>
                <a:rect b="b" l="l" r="r" t="t"/>
                <a:pathLst>
                  <a:path extrusionOk="0" h="2303" w="2325">
                    <a:moveTo>
                      <a:pt x="2325" y="0"/>
                    </a:moveTo>
                    <a:lnTo>
                      <a:pt x="2285" y="0"/>
                    </a:lnTo>
                    <a:lnTo>
                      <a:pt x="0" y="2303"/>
                    </a:lnTo>
                    <a:lnTo>
                      <a:pt x="2325"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1" name="Google Shape;911;p32"/>
              <p:cNvSpPr/>
              <p:nvPr/>
            </p:nvSpPr>
            <p:spPr>
              <a:xfrm>
                <a:off x="5926811" y="2293726"/>
                <a:ext cx="2337197" cy="2311003"/>
              </a:xfrm>
              <a:custGeom>
                <a:rect b="b" l="l" r="r" t="t"/>
                <a:pathLst>
                  <a:path extrusionOk="0" h="1941" w="1963">
                    <a:moveTo>
                      <a:pt x="1963" y="0"/>
                    </a:moveTo>
                    <a:lnTo>
                      <a:pt x="1929" y="0"/>
                    </a:lnTo>
                    <a:lnTo>
                      <a:pt x="0" y="1941"/>
                    </a:lnTo>
                    <a:lnTo>
                      <a:pt x="1963"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sp>
            <p:nvSpPr>
              <p:cNvPr id="912" name="Google Shape;912;p32"/>
              <p:cNvSpPr/>
              <p:nvPr/>
            </p:nvSpPr>
            <p:spPr>
              <a:xfrm>
                <a:off x="6252385" y="2293721"/>
                <a:ext cx="2100263" cy="2077641"/>
              </a:xfrm>
              <a:custGeom>
                <a:rect b="b" l="l" r="r" t="t"/>
                <a:pathLst>
                  <a:path extrusionOk="0" h="1745" w="1764">
                    <a:moveTo>
                      <a:pt x="1764" y="0"/>
                    </a:moveTo>
                    <a:lnTo>
                      <a:pt x="1732" y="0"/>
                    </a:lnTo>
                    <a:lnTo>
                      <a:pt x="0" y="1745"/>
                    </a:lnTo>
                    <a:lnTo>
                      <a:pt x="1764" y="0"/>
                    </a:lnTo>
                    <a:close/>
                  </a:path>
                </a:pathLst>
              </a:custGeom>
              <a:solidFill>
                <a:schemeClr val="dk1"/>
              </a:solidFill>
              <a:ln>
                <a:noFill/>
              </a:ln>
            </p:spPr>
            <p:txBody>
              <a:bodyPr anchorCtr="0" anchor="t" bIns="34275" lIns="68575" spcFirstLastPara="1" rIns="68575" wrap="square" tIns="34275">
                <a:noAutofit/>
              </a:bodyPr>
              <a:lstStyle/>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grpSp>
        <p:grpSp>
          <p:nvGrpSpPr>
            <p:cNvPr id="913" name="Google Shape;913;p32"/>
            <p:cNvGrpSpPr/>
            <p:nvPr/>
          </p:nvGrpSpPr>
          <p:grpSpPr>
            <a:xfrm rot="10800000">
              <a:off x="5716984" y="2621504"/>
              <a:ext cx="2383606" cy="2130790"/>
              <a:chOff x="2439425" y="817125"/>
              <a:chExt cx="2884325" cy="2578400"/>
            </a:xfrm>
          </p:grpSpPr>
          <p:sp>
            <p:nvSpPr>
              <p:cNvPr id="914" name="Google Shape;914;p32"/>
              <p:cNvSpPr/>
              <p:nvPr/>
            </p:nvSpPr>
            <p:spPr>
              <a:xfrm>
                <a:off x="2468875" y="1532500"/>
                <a:ext cx="1965075" cy="1833200"/>
              </a:xfrm>
              <a:custGeom>
                <a:rect b="b" l="l" r="r" t="t"/>
                <a:pathLst>
                  <a:path extrusionOk="0" h="73328" w="78603">
                    <a:moveTo>
                      <a:pt x="0" y="73328"/>
                    </a:moveTo>
                    <a:lnTo>
                      <a:pt x="24478" y="48850"/>
                    </a:lnTo>
                    <a:lnTo>
                      <a:pt x="41781" y="48850"/>
                    </a:lnTo>
                    <a:lnTo>
                      <a:pt x="59295" y="31336"/>
                    </a:lnTo>
                    <a:lnTo>
                      <a:pt x="59295" y="19308"/>
                    </a:lnTo>
                    <a:lnTo>
                      <a:pt x="78603" y="0"/>
                    </a:lnTo>
                  </a:path>
                </a:pathLst>
              </a:custGeom>
              <a:noFill/>
              <a:ln cap="flat" cmpd="sng" w="9525">
                <a:solidFill>
                  <a:schemeClr val="lt2"/>
                </a:solidFill>
                <a:prstDash val="solid"/>
                <a:round/>
                <a:headEnd len="med" w="med" type="none"/>
                <a:tailEnd len="med" w="med" type="none"/>
              </a:ln>
            </p:spPr>
          </p:sp>
          <p:sp>
            <p:nvSpPr>
              <p:cNvPr id="915" name="Google Shape;915;p32"/>
              <p:cNvSpPr/>
              <p:nvPr/>
            </p:nvSpPr>
            <p:spPr>
              <a:xfrm>
                <a:off x="3129606" y="912006"/>
                <a:ext cx="2098275" cy="2037625"/>
              </a:xfrm>
              <a:custGeom>
                <a:rect b="b" l="l" r="r" t="t"/>
                <a:pathLst>
                  <a:path extrusionOk="0" h="81505" w="83931">
                    <a:moveTo>
                      <a:pt x="83931" y="0"/>
                    </a:moveTo>
                    <a:lnTo>
                      <a:pt x="63463" y="20468"/>
                    </a:lnTo>
                    <a:lnTo>
                      <a:pt x="63463" y="33340"/>
                    </a:lnTo>
                    <a:lnTo>
                      <a:pt x="43944" y="52859"/>
                    </a:lnTo>
                    <a:lnTo>
                      <a:pt x="28645" y="52859"/>
                    </a:lnTo>
                    <a:lnTo>
                      <a:pt x="0" y="81505"/>
                    </a:lnTo>
                  </a:path>
                </a:pathLst>
              </a:custGeom>
              <a:noFill/>
              <a:ln cap="flat" cmpd="sng" w="9525">
                <a:solidFill>
                  <a:schemeClr val="lt2"/>
                </a:solidFill>
                <a:prstDash val="solid"/>
                <a:round/>
                <a:headEnd len="med" w="med" type="none"/>
                <a:tailEnd len="med" w="med" type="none"/>
              </a:ln>
            </p:spPr>
          </p:sp>
          <p:sp>
            <p:nvSpPr>
              <p:cNvPr id="916" name="Google Shape;916;p32"/>
              <p:cNvSpPr/>
              <p:nvPr/>
            </p:nvSpPr>
            <p:spPr>
              <a:xfrm>
                <a:off x="4404050" y="143547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17" name="Google Shape;917;p32"/>
              <p:cNvSpPr/>
              <p:nvPr/>
            </p:nvSpPr>
            <p:spPr>
              <a:xfrm>
                <a:off x="5195950" y="817125"/>
                <a:ext cx="127800" cy="1278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18" name="Google Shape;918;p32"/>
              <p:cNvSpPr/>
              <p:nvPr/>
            </p:nvSpPr>
            <p:spPr>
              <a:xfrm>
                <a:off x="3098175" y="2916400"/>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19" name="Google Shape;919;p32"/>
              <p:cNvSpPr/>
              <p:nvPr/>
            </p:nvSpPr>
            <p:spPr>
              <a:xfrm>
                <a:off x="2439425" y="3331325"/>
                <a:ext cx="64200" cy="64200"/>
              </a:xfrm>
              <a:prstGeom prst="ellipse">
                <a:avLst/>
              </a:prstGeom>
              <a:solidFill>
                <a:schemeClr val="lt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gr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1pPr>
            <a:lvl2pPr lvl="1"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2pPr>
            <a:lvl3pPr lvl="2"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3pPr>
            <a:lvl4pPr lvl="3"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4pPr>
            <a:lvl5pPr lvl="4"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5pPr>
            <a:lvl6pPr lvl="5"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6pPr>
            <a:lvl7pPr lvl="6"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7pPr>
            <a:lvl8pPr lvl="7"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8pPr>
            <a:lvl9pPr lvl="8" rtl="0">
              <a:spcBef>
                <a:spcPts val="0"/>
              </a:spcBef>
              <a:spcAft>
                <a:spcPts val="0"/>
              </a:spcAft>
              <a:buClr>
                <a:schemeClr val="dk1"/>
              </a:buClr>
              <a:buSzPts val="2800"/>
              <a:buFont typeface="Syncopate"/>
              <a:buNone/>
              <a:defRPr sz="2800">
                <a:solidFill>
                  <a:schemeClr val="dk1"/>
                </a:solidFill>
                <a:latin typeface="Syncopate"/>
                <a:ea typeface="Syncopate"/>
                <a:cs typeface="Syncopate"/>
                <a:sym typeface="Syncopate"/>
              </a:defRPr>
            </a:lvl9pPr>
          </a:lstStyle>
          <a:p/>
        </p:txBody>
      </p:sp>
      <p:sp>
        <p:nvSpPr>
          <p:cNvPr id="7" name="Google Shape;7;p1"/>
          <p:cNvSpPr txBox="1"/>
          <p:nvPr>
            <p:ph idx="1" type="body"/>
          </p:nvPr>
        </p:nvSpPr>
        <p:spPr>
          <a:xfrm>
            <a:off x="713225" y="1152475"/>
            <a:ext cx="7717500" cy="3416400"/>
          </a:xfrm>
          <a:prstGeom prst="rect">
            <a:avLst/>
          </a:prstGeom>
          <a:noFill/>
          <a:ln>
            <a:noFill/>
          </a:ln>
        </p:spPr>
        <p:txBody>
          <a:bodyPr anchorCtr="0" anchor="t" bIns="91425" lIns="91425" spcFirstLastPara="1" rIns="91425" wrap="square" tIns="91425">
            <a:noAutofit/>
          </a:bodyPr>
          <a:lstStyle>
            <a:lvl1pPr indent="-317500" lvl="0" marL="457200">
              <a:lnSpc>
                <a:spcPct val="100000"/>
              </a:lnSpc>
              <a:spcBef>
                <a:spcPts val="0"/>
              </a:spcBef>
              <a:spcAft>
                <a:spcPts val="0"/>
              </a:spcAft>
              <a:buClr>
                <a:schemeClr val="dk1"/>
              </a:buClr>
              <a:buSzPts val="1400"/>
              <a:buFont typeface="Archivo"/>
              <a:buChar char="●"/>
              <a:defRPr>
                <a:solidFill>
                  <a:schemeClr val="dk1"/>
                </a:solidFill>
                <a:latin typeface="Archivo"/>
                <a:ea typeface="Archivo"/>
                <a:cs typeface="Archivo"/>
                <a:sym typeface="Archivo"/>
              </a:defRPr>
            </a:lvl1pPr>
            <a:lvl2pPr indent="-317500" lvl="1" marL="9144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2pPr>
            <a:lvl3pPr indent="-317500" lvl="2" marL="13716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3pPr>
            <a:lvl4pPr indent="-317500" lvl="3" marL="18288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4pPr>
            <a:lvl5pPr indent="-317500" lvl="4" marL="22860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5pPr>
            <a:lvl6pPr indent="-317500" lvl="5" marL="27432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6pPr>
            <a:lvl7pPr indent="-317500" lvl="6" marL="32004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7pPr>
            <a:lvl8pPr indent="-317500" lvl="7" marL="3657600">
              <a:lnSpc>
                <a:spcPct val="100000"/>
              </a:lnSpc>
              <a:spcBef>
                <a:spcPts val="1600"/>
              </a:spcBef>
              <a:spcAft>
                <a:spcPts val="0"/>
              </a:spcAft>
              <a:buClr>
                <a:schemeClr val="dk1"/>
              </a:buClr>
              <a:buSzPts val="1400"/>
              <a:buFont typeface="Archivo"/>
              <a:buChar char="○"/>
              <a:defRPr>
                <a:solidFill>
                  <a:schemeClr val="dk1"/>
                </a:solidFill>
                <a:latin typeface="Archivo"/>
                <a:ea typeface="Archivo"/>
                <a:cs typeface="Archivo"/>
                <a:sym typeface="Archivo"/>
              </a:defRPr>
            </a:lvl8pPr>
            <a:lvl9pPr indent="-317500" lvl="8" marL="4114800">
              <a:lnSpc>
                <a:spcPct val="100000"/>
              </a:lnSpc>
              <a:spcBef>
                <a:spcPts val="1600"/>
              </a:spcBef>
              <a:spcAft>
                <a:spcPts val="1600"/>
              </a:spcAft>
              <a:buClr>
                <a:schemeClr val="dk1"/>
              </a:buClr>
              <a:buSzPts val="1400"/>
              <a:buFont typeface="Archivo"/>
              <a:buChar char="■"/>
              <a:defRPr>
                <a:solidFill>
                  <a:schemeClr val="dk1"/>
                </a:solidFill>
                <a:latin typeface="Archivo"/>
                <a:ea typeface="Archivo"/>
                <a:cs typeface="Archivo"/>
                <a:sym typeface="Archiv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 Id="rId7" Type="http://schemas.openxmlformats.org/officeDocument/2006/relationships/image" Target="../media/image11.png"/><Relationship Id="rId8" Type="http://schemas.openxmlformats.org/officeDocument/2006/relationships/image" Target="../media/image1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6.xml"/><Relationship Id="rId3" Type="http://schemas.openxmlformats.org/officeDocument/2006/relationships/image" Target="../media/image7.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7.xml"/><Relationship Id="rId3" Type="http://schemas.openxmlformats.org/officeDocument/2006/relationships/image" Target="../media/image9.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9.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3" name="Shape 923"/>
        <p:cNvGrpSpPr/>
        <p:nvPr/>
      </p:nvGrpSpPr>
      <p:grpSpPr>
        <a:xfrm>
          <a:off x="0" y="0"/>
          <a:ext cx="0" cy="0"/>
          <a:chOff x="0" y="0"/>
          <a:chExt cx="0" cy="0"/>
        </a:xfrm>
      </p:grpSpPr>
      <p:sp>
        <p:nvSpPr>
          <p:cNvPr id="924" name="Google Shape;924;p33"/>
          <p:cNvSpPr txBox="1"/>
          <p:nvPr>
            <p:ph type="ctrTitle"/>
          </p:nvPr>
        </p:nvSpPr>
        <p:spPr>
          <a:xfrm>
            <a:off x="2003700" y="1668350"/>
            <a:ext cx="5120400" cy="144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AUTHBOOK</a:t>
            </a:r>
            <a:endParaRPr/>
          </a:p>
        </p:txBody>
      </p:sp>
      <p:sp>
        <p:nvSpPr>
          <p:cNvPr id="925" name="Google Shape;925;p33"/>
          <p:cNvSpPr txBox="1"/>
          <p:nvPr>
            <p:ph idx="1" type="subTitle"/>
          </p:nvPr>
        </p:nvSpPr>
        <p:spPr>
          <a:xfrm>
            <a:off x="2003700" y="2999350"/>
            <a:ext cx="5120400" cy="4758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rgbClr val="000000"/>
              </a:buClr>
              <a:buSzPts val="2800"/>
              <a:buFont typeface="Arial"/>
              <a:buNone/>
            </a:pPr>
            <a:r>
              <a:rPr lang="en" sz="1800">
                <a:solidFill>
                  <a:srgbClr val="E7E7E7"/>
                </a:solidFill>
              </a:rPr>
              <a:t>Multi-factor transaction </a:t>
            </a:r>
            <a:endParaRPr sz="1800">
              <a:solidFill>
                <a:srgbClr val="E7E7E7"/>
              </a:solidFill>
            </a:endParaRPr>
          </a:p>
          <a:p>
            <a:pPr indent="0" lvl="0" marL="0" rtl="0" algn="ctr">
              <a:spcBef>
                <a:spcPts val="0"/>
              </a:spcBef>
              <a:spcAft>
                <a:spcPts val="0"/>
              </a:spcAft>
              <a:buClr>
                <a:srgbClr val="000000"/>
              </a:buClr>
              <a:buSzPts val="2800"/>
              <a:buFont typeface="Arial"/>
              <a:buNone/>
            </a:pPr>
            <a:r>
              <a:rPr lang="en" sz="1800">
                <a:solidFill>
                  <a:srgbClr val="E7E7E7"/>
                </a:solidFill>
              </a:rPr>
              <a:t>Authentication based on QR code</a:t>
            </a:r>
            <a:endParaRPr sz="1800">
              <a:solidFill>
                <a:srgbClr val="E7E7E7"/>
              </a:solidFill>
            </a:endParaRPr>
          </a:p>
          <a:p>
            <a:pPr indent="0" lvl="0" marL="0" rtl="0" algn="ctr">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9" name="Shape 929"/>
        <p:cNvGrpSpPr/>
        <p:nvPr/>
      </p:nvGrpSpPr>
      <p:grpSpPr>
        <a:xfrm>
          <a:off x="0" y="0"/>
          <a:ext cx="0" cy="0"/>
          <a:chOff x="0" y="0"/>
          <a:chExt cx="0" cy="0"/>
        </a:xfrm>
      </p:grpSpPr>
      <p:sp>
        <p:nvSpPr>
          <p:cNvPr id="930" name="Google Shape;930;p34"/>
          <p:cNvSpPr txBox="1"/>
          <p:nvPr>
            <p:ph type="title"/>
          </p:nvPr>
        </p:nvSpPr>
        <p:spPr>
          <a:xfrm>
            <a:off x="2135550" y="1781825"/>
            <a:ext cx="4872900" cy="5703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2700"/>
              <a:t>Group Members</a:t>
            </a:r>
            <a:endParaRPr sz="2700"/>
          </a:p>
        </p:txBody>
      </p:sp>
      <p:sp>
        <p:nvSpPr>
          <p:cNvPr id="931" name="Google Shape;931;p34"/>
          <p:cNvSpPr txBox="1"/>
          <p:nvPr>
            <p:ph idx="1" type="subTitle"/>
          </p:nvPr>
        </p:nvSpPr>
        <p:spPr>
          <a:xfrm>
            <a:off x="2446900" y="2275875"/>
            <a:ext cx="4665300" cy="1510200"/>
          </a:xfrm>
          <a:prstGeom prst="rect">
            <a:avLst/>
          </a:prstGeom>
        </p:spPr>
        <p:txBody>
          <a:bodyPr anchorCtr="0" anchor="t" bIns="91425" lIns="91425" spcFirstLastPara="1" rIns="91425" wrap="square" tIns="91425">
            <a:noAutofit/>
          </a:bodyPr>
          <a:lstStyle/>
          <a:p>
            <a:pPr indent="457200" lvl="0" marL="0" rtl="0" algn="l">
              <a:spcBef>
                <a:spcPts val="0"/>
              </a:spcBef>
              <a:spcAft>
                <a:spcPts val="0"/>
              </a:spcAft>
              <a:buClr>
                <a:srgbClr val="000000"/>
              </a:buClr>
              <a:buSzPts val="1400"/>
              <a:buFont typeface="Arial"/>
              <a:buNone/>
            </a:pPr>
            <a:r>
              <a:rPr lang="en" sz="1700">
                <a:solidFill>
                  <a:srgbClr val="E7E7E7"/>
                </a:solidFill>
              </a:rPr>
              <a:t>Matthew Chin Yu Kang: 7768990</a:t>
            </a:r>
            <a:endParaRPr sz="1700">
              <a:solidFill>
                <a:srgbClr val="E7E7E7"/>
              </a:solidFill>
            </a:endParaRPr>
          </a:p>
          <a:p>
            <a:pPr indent="457200" lvl="0" marL="0" rtl="0" algn="l">
              <a:spcBef>
                <a:spcPts val="0"/>
              </a:spcBef>
              <a:spcAft>
                <a:spcPts val="0"/>
              </a:spcAft>
              <a:buClr>
                <a:srgbClr val="000000"/>
              </a:buClr>
              <a:buSzPts val="1400"/>
              <a:buFont typeface="Arial"/>
              <a:buNone/>
            </a:pPr>
            <a:r>
              <a:rPr lang="en" sz="1700">
                <a:solidFill>
                  <a:srgbClr val="E7E7E7"/>
                </a:solidFill>
              </a:rPr>
              <a:t>Randall Lim Shi Hao: 8107002</a:t>
            </a:r>
            <a:endParaRPr sz="1700">
              <a:solidFill>
                <a:srgbClr val="E7E7E7"/>
              </a:solidFill>
            </a:endParaRPr>
          </a:p>
          <a:p>
            <a:pPr indent="457200" lvl="0" marL="0" rtl="0" algn="l">
              <a:spcBef>
                <a:spcPts val="0"/>
              </a:spcBef>
              <a:spcAft>
                <a:spcPts val="0"/>
              </a:spcAft>
              <a:buClr>
                <a:srgbClr val="000000"/>
              </a:buClr>
              <a:buSzPts val="1400"/>
              <a:buFont typeface="Arial"/>
              <a:buNone/>
            </a:pPr>
            <a:r>
              <a:rPr lang="en" sz="1700">
                <a:solidFill>
                  <a:srgbClr val="E7E7E7"/>
                </a:solidFill>
              </a:rPr>
              <a:t>Teo Wei Zhi Zakary: 7769258</a:t>
            </a:r>
            <a:endParaRPr sz="1700">
              <a:solidFill>
                <a:srgbClr val="E7E7E7"/>
              </a:solidFill>
            </a:endParaRPr>
          </a:p>
          <a:p>
            <a:pPr indent="457200" lvl="0" marL="0" rtl="0" algn="l">
              <a:spcBef>
                <a:spcPts val="0"/>
              </a:spcBef>
              <a:spcAft>
                <a:spcPts val="0"/>
              </a:spcAft>
              <a:buNone/>
            </a:pPr>
            <a:r>
              <a:rPr lang="en" sz="1700">
                <a:solidFill>
                  <a:srgbClr val="E7E7E7"/>
                </a:solidFill>
              </a:rPr>
              <a:t>Mahina Lim Fong Jia: 8378885</a:t>
            </a:r>
            <a:endParaRPr sz="1700">
              <a:solidFill>
                <a:srgbClr val="E7E7E7"/>
              </a:solidFill>
            </a:endParaRPr>
          </a:p>
          <a:p>
            <a:pPr indent="457200" lvl="0" marL="0" rtl="0" algn="l">
              <a:spcBef>
                <a:spcPts val="0"/>
              </a:spcBef>
              <a:spcAft>
                <a:spcPts val="0"/>
              </a:spcAft>
              <a:buClr>
                <a:srgbClr val="000000"/>
              </a:buClr>
              <a:buSzPts val="1400"/>
              <a:buFont typeface="Arial"/>
              <a:buNone/>
            </a:pPr>
            <a:r>
              <a:rPr lang="en" sz="1700">
                <a:solidFill>
                  <a:srgbClr val="E7E7E7"/>
                </a:solidFill>
              </a:rPr>
              <a:t>Ryzlan Afiq Bin Roslan: 7895124</a:t>
            </a:r>
            <a:endParaRPr sz="1700">
              <a:solidFill>
                <a:srgbClr val="E7E7E7"/>
              </a:solidFill>
            </a:endParaRPr>
          </a:p>
          <a:p>
            <a:pPr indent="0" lvl="0" marL="0" rtl="0" algn="ctr">
              <a:spcBef>
                <a:spcPts val="0"/>
              </a:spcBef>
              <a:spcAft>
                <a:spcPts val="0"/>
              </a:spcAft>
              <a:buNone/>
            </a:pPr>
            <a:r>
              <a:t/>
            </a:r>
            <a:endParaRPr>
              <a:latin typeface="Syncopate"/>
              <a:ea typeface="Syncopate"/>
              <a:cs typeface="Syncopate"/>
              <a:sym typeface="Syncopat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5" name="Shape 935"/>
        <p:cNvGrpSpPr/>
        <p:nvPr/>
      </p:nvGrpSpPr>
      <p:grpSpPr>
        <a:xfrm>
          <a:off x="0" y="0"/>
          <a:ext cx="0" cy="0"/>
          <a:chOff x="0" y="0"/>
          <a:chExt cx="0" cy="0"/>
        </a:xfrm>
      </p:grpSpPr>
      <p:sp>
        <p:nvSpPr>
          <p:cNvPr id="936" name="Google Shape;936;p3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TABLE OF CONTENTS</a:t>
            </a:r>
            <a:endParaRPr/>
          </a:p>
        </p:txBody>
      </p:sp>
      <p:sp>
        <p:nvSpPr>
          <p:cNvPr id="937" name="Google Shape;937;p35"/>
          <p:cNvSpPr txBox="1"/>
          <p:nvPr>
            <p:ph idx="6" type="title"/>
          </p:nvPr>
        </p:nvSpPr>
        <p:spPr>
          <a:xfrm>
            <a:off x="946225" y="2257525"/>
            <a:ext cx="633600" cy="55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03</a:t>
            </a:r>
            <a:endParaRPr/>
          </a:p>
        </p:txBody>
      </p:sp>
      <p:sp>
        <p:nvSpPr>
          <p:cNvPr id="938" name="Google Shape;938;p35"/>
          <p:cNvSpPr txBox="1"/>
          <p:nvPr>
            <p:ph idx="7" type="title"/>
          </p:nvPr>
        </p:nvSpPr>
        <p:spPr>
          <a:xfrm>
            <a:off x="4650500" y="1203775"/>
            <a:ext cx="633600" cy="55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02</a:t>
            </a:r>
            <a:endParaRPr/>
          </a:p>
        </p:txBody>
      </p:sp>
      <p:sp>
        <p:nvSpPr>
          <p:cNvPr id="939" name="Google Shape;939;p35"/>
          <p:cNvSpPr txBox="1"/>
          <p:nvPr>
            <p:ph idx="8" type="title"/>
          </p:nvPr>
        </p:nvSpPr>
        <p:spPr>
          <a:xfrm>
            <a:off x="4627702" y="2257525"/>
            <a:ext cx="633600" cy="55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04</a:t>
            </a:r>
            <a:endParaRPr/>
          </a:p>
        </p:txBody>
      </p:sp>
      <p:sp>
        <p:nvSpPr>
          <p:cNvPr id="940" name="Google Shape;940;p35"/>
          <p:cNvSpPr txBox="1"/>
          <p:nvPr>
            <p:ph idx="9" type="subTitle"/>
          </p:nvPr>
        </p:nvSpPr>
        <p:spPr>
          <a:xfrm>
            <a:off x="1724363" y="1166575"/>
            <a:ext cx="2781600" cy="62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Challenges</a:t>
            </a:r>
            <a:endParaRPr/>
          </a:p>
        </p:txBody>
      </p:sp>
      <p:sp>
        <p:nvSpPr>
          <p:cNvPr id="941" name="Google Shape;941;p35"/>
          <p:cNvSpPr txBox="1"/>
          <p:nvPr>
            <p:ph idx="13" type="subTitle"/>
          </p:nvPr>
        </p:nvSpPr>
        <p:spPr>
          <a:xfrm>
            <a:off x="5428626" y="1166575"/>
            <a:ext cx="2781600" cy="6258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Competitors</a:t>
            </a:r>
            <a:endParaRPr/>
          </a:p>
        </p:txBody>
      </p:sp>
      <p:sp>
        <p:nvSpPr>
          <p:cNvPr id="942" name="Google Shape;942;p35"/>
          <p:cNvSpPr txBox="1"/>
          <p:nvPr>
            <p:ph idx="14" type="subTitle"/>
          </p:nvPr>
        </p:nvSpPr>
        <p:spPr>
          <a:xfrm>
            <a:off x="1712959" y="2237575"/>
            <a:ext cx="2781600" cy="59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Our Solution</a:t>
            </a:r>
            <a:endParaRPr/>
          </a:p>
        </p:txBody>
      </p:sp>
      <p:sp>
        <p:nvSpPr>
          <p:cNvPr id="943" name="Google Shape;943;p35"/>
          <p:cNvSpPr txBox="1"/>
          <p:nvPr>
            <p:ph idx="15" type="subTitle"/>
          </p:nvPr>
        </p:nvSpPr>
        <p:spPr>
          <a:xfrm>
            <a:off x="5428626" y="2237575"/>
            <a:ext cx="2781600" cy="59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Demo</a:t>
            </a:r>
            <a:endParaRPr/>
          </a:p>
        </p:txBody>
      </p:sp>
      <p:sp>
        <p:nvSpPr>
          <p:cNvPr id="944" name="Google Shape;944;p35"/>
          <p:cNvSpPr txBox="1"/>
          <p:nvPr>
            <p:ph idx="5" type="title"/>
          </p:nvPr>
        </p:nvSpPr>
        <p:spPr>
          <a:xfrm>
            <a:off x="946225" y="1203775"/>
            <a:ext cx="633600" cy="55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01</a:t>
            </a:r>
            <a:endParaRPr/>
          </a:p>
        </p:txBody>
      </p:sp>
      <p:sp>
        <p:nvSpPr>
          <p:cNvPr id="945" name="Google Shape;945;p35"/>
          <p:cNvSpPr txBox="1"/>
          <p:nvPr>
            <p:ph idx="6" type="title"/>
          </p:nvPr>
        </p:nvSpPr>
        <p:spPr>
          <a:xfrm>
            <a:off x="946225" y="3324325"/>
            <a:ext cx="633600" cy="551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None/>
            </a:pPr>
            <a:r>
              <a:rPr lang="en"/>
              <a:t>05</a:t>
            </a:r>
            <a:endParaRPr/>
          </a:p>
        </p:txBody>
      </p:sp>
      <p:sp>
        <p:nvSpPr>
          <p:cNvPr id="946" name="Google Shape;946;p35"/>
          <p:cNvSpPr txBox="1"/>
          <p:nvPr>
            <p:ph idx="14" type="subTitle"/>
          </p:nvPr>
        </p:nvSpPr>
        <p:spPr>
          <a:xfrm>
            <a:off x="1712959" y="3304375"/>
            <a:ext cx="2781600" cy="591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Business Plan</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0" name="Shape 950"/>
        <p:cNvGrpSpPr/>
        <p:nvPr/>
      </p:nvGrpSpPr>
      <p:grpSpPr>
        <a:xfrm>
          <a:off x="0" y="0"/>
          <a:ext cx="0" cy="0"/>
          <a:chOff x="0" y="0"/>
          <a:chExt cx="0" cy="0"/>
        </a:xfrm>
      </p:grpSpPr>
      <p:sp>
        <p:nvSpPr>
          <p:cNvPr id="951" name="Google Shape;951;p36"/>
          <p:cNvSpPr/>
          <p:nvPr/>
        </p:nvSpPr>
        <p:spPr>
          <a:xfrm>
            <a:off x="349150" y="1578725"/>
            <a:ext cx="4133400" cy="28503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sp>
        <p:nvSpPr>
          <p:cNvPr id="952" name="Google Shape;952;p3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3600"/>
              <a:t>Current Challenges</a:t>
            </a:r>
            <a:endParaRPr sz="3600"/>
          </a:p>
        </p:txBody>
      </p:sp>
      <p:sp>
        <p:nvSpPr>
          <p:cNvPr id="953" name="Google Shape;953;p36"/>
          <p:cNvSpPr txBox="1"/>
          <p:nvPr>
            <p:ph idx="4294967295" type="subTitle"/>
          </p:nvPr>
        </p:nvSpPr>
        <p:spPr>
          <a:xfrm>
            <a:off x="351000" y="1740425"/>
            <a:ext cx="4816200" cy="2611200"/>
          </a:xfrm>
          <a:prstGeom prst="rect">
            <a:avLst/>
          </a:prstGeom>
        </p:spPr>
        <p:txBody>
          <a:bodyPr anchorCtr="0" anchor="t" bIns="91425" lIns="91425" spcFirstLastPara="1" rIns="91425" wrap="square" tIns="91425">
            <a:noAutofit/>
          </a:bodyPr>
          <a:lstStyle/>
          <a:p>
            <a:pPr indent="-336550" lvl="0" marL="457200" rtl="0" algn="l">
              <a:spcBef>
                <a:spcPts val="0"/>
              </a:spcBef>
              <a:spcAft>
                <a:spcPts val="0"/>
              </a:spcAft>
              <a:buSzPts val="1700"/>
              <a:buAutoNum type="arabicPeriod"/>
            </a:pPr>
            <a:r>
              <a:rPr lang="en" sz="1700"/>
              <a:t>Conflicting reservations </a:t>
            </a:r>
            <a:br>
              <a:rPr lang="en" sz="1700"/>
            </a:br>
            <a:r>
              <a:rPr lang="en" sz="1700"/>
              <a:t>and double booking</a:t>
            </a:r>
            <a:br>
              <a:rPr lang="en" sz="1700"/>
            </a:br>
            <a:endParaRPr sz="1700"/>
          </a:p>
          <a:p>
            <a:pPr indent="-336550" lvl="0" marL="457200" rtl="0" algn="l">
              <a:spcBef>
                <a:spcPts val="0"/>
              </a:spcBef>
              <a:spcAft>
                <a:spcPts val="0"/>
              </a:spcAft>
              <a:buSzPts val="1700"/>
              <a:buAutoNum type="arabicPeriod"/>
            </a:pPr>
            <a:r>
              <a:rPr lang="en" sz="1700"/>
              <a:t>Room hogging resulting in space inefficiency</a:t>
            </a:r>
            <a:br>
              <a:rPr lang="en" sz="1700"/>
            </a:br>
            <a:endParaRPr sz="1700"/>
          </a:p>
          <a:p>
            <a:pPr indent="-336550" lvl="0" marL="457200" rtl="0" algn="l">
              <a:spcBef>
                <a:spcPts val="0"/>
              </a:spcBef>
              <a:spcAft>
                <a:spcPts val="0"/>
              </a:spcAft>
              <a:buSzPts val="1700"/>
              <a:buAutoNum type="arabicPeriod"/>
            </a:pPr>
            <a:r>
              <a:rPr lang="en" sz="1700"/>
              <a:t>Lack of updated room availability information at a single pane </a:t>
            </a:r>
            <a:endParaRPr sz="1700"/>
          </a:p>
        </p:txBody>
      </p:sp>
      <p:sp>
        <p:nvSpPr>
          <p:cNvPr id="954" name="Google Shape;954;p36"/>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01</a:t>
            </a:r>
            <a:endParaRPr sz="2900"/>
          </a:p>
        </p:txBody>
      </p:sp>
      <p:sp>
        <p:nvSpPr>
          <p:cNvPr id="955" name="Google Shape;955;p36"/>
          <p:cNvSpPr/>
          <p:nvPr/>
        </p:nvSpPr>
        <p:spPr>
          <a:xfrm>
            <a:off x="4844950" y="1578725"/>
            <a:ext cx="4133400" cy="2850300"/>
          </a:xfrm>
          <a:prstGeom prst="rect">
            <a:avLst/>
          </a:prstGeom>
          <a:noFill/>
          <a:ln cap="flat" cmpd="sng" w="3810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Archivo"/>
              <a:ea typeface="Archivo"/>
              <a:cs typeface="Archivo"/>
              <a:sym typeface="Archivo"/>
            </a:endParaRPr>
          </a:p>
        </p:txBody>
      </p:sp>
      <p:pic>
        <p:nvPicPr>
          <p:cNvPr id="956" name="Google Shape;956;p36"/>
          <p:cNvPicPr preferRelativeResize="0"/>
          <p:nvPr/>
        </p:nvPicPr>
        <p:blipFill>
          <a:blip r:embed="rId3">
            <a:alphaModFix/>
          </a:blip>
          <a:stretch>
            <a:fillRect/>
          </a:stretch>
        </p:blipFill>
        <p:spPr>
          <a:xfrm>
            <a:off x="5525198" y="1617425"/>
            <a:ext cx="2772900" cy="2772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0" name="Shape 960"/>
        <p:cNvGrpSpPr/>
        <p:nvPr/>
      </p:nvGrpSpPr>
      <p:grpSpPr>
        <a:xfrm>
          <a:off x="0" y="0"/>
          <a:ext cx="0" cy="0"/>
          <a:chOff x="0" y="0"/>
          <a:chExt cx="0" cy="0"/>
        </a:xfrm>
      </p:grpSpPr>
      <p:sp>
        <p:nvSpPr>
          <p:cNvPr id="961" name="Google Shape;961;p37"/>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02</a:t>
            </a:r>
            <a:endParaRPr sz="2900"/>
          </a:p>
        </p:txBody>
      </p:sp>
      <p:sp>
        <p:nvSpPr>
          <p:cNvPr id="962" name="Google Shape;962;p37"/>
          <p:cNvSpPr txBox="1"/>
          <p:nvPr>
            <p:ph type="title"/>
          </p:nvPr>
        </p:nvSpPr>
        <p:spPr>
          <a:xfrm>
            <a:off x="720000" y="279650"/>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Current Solutions in the market</a:t>
            </a:r>
            <a:endParaRPr sz="2900"/>
          </a:p>
        </p:txBody>
      </p:sp>
      <p:graphicFrame>
        <p:nvGraphicFramePr>
          <p:cNvPr id="963" name="Google Shape;963;p37"/>
          <p:cNvGraphicFramePr/>
          <p:nvPr/>
        </p:nvGraphicFramePr>
        <p:xfrm>
          <a:off x="1613125" y="1372500"/>
          <a:ext cx="3000000" cy="3000000"/>
        </p:xfrm>
        <a:graphic>
          <a:graphicData uri="http://schemas.openxmlformats.org/drawingml/2006/table">
            <a:tbl>
              <a:tblPr>
                <a:noFill/>
                <a:tableStyleId>{D1A1CC96-36F2-42A6-B4F4-FA202A237693}</a:tableStyleId>
              </a:tblPr>
              <a:tblGrid>
                <a:gridCol w="1636550"/>
                <a:gridCol w="1099775"/>
                <a:gridCol w="1099775"/>
                <a:gridCol w="1099775"/>
                <a:gridCol w="1099775"/>
              </a:tblGrid>
              <a:tr h="1194575">
                <a:tc>
                  <a:txBody>
                    <a:bodyPr/>
                    <a:lstStyle/>
                    <a:p>
                      <a:pPr indent="0" lvl="0" marL="0" rtl="0" algn="ctr">
                        <a:spcBef>
                          <a:spcPts val="0"/>
                        </a:spcBef>
                        <a:spcAft>
                          <a:spcPts val="0"/>
                        </a:spcAft>
                        <a:buNone/>
                      </a:pPr>
                      <a:r>
                        <a:rPr lang="en" sz="1600">
                          <a:solidFill>
                            <a:schemeClr val="dk1"/>
                          </a:solidFill>
                        </a:rPr>
                        <a:t>Problem</a:t>
                      </a:r>
                      <a:endParaRPr sz="1600">
                        <a:solidFill>
                          <a:schemeClr val="dk1"/>
                        </a:solidFill>
                      </a:endParaRPr>
                    </a:p>
                  </a:txBody>
                  <a:tcPr marT="91425" marB="91425" marR="91425" marL="91425" anchor="ctr"/>
                </a:tc>
                <a:tc>
                  <a:txBody>
                    <a:bodyPr/>
                    <a:lstStyle/>
                    <a:p>
                      <a:pPr indent="0" lvl="0" marL="0" rtl="0" algn="l">
                        <a:spcBef>
                          <a:spcPts val="0"/>
                        </a:spcBef>
                        <a:spcAft>
                          <a:spcPts val="0"/>
                        </a:spcAft>
                        <a:buNone/>
                      </a:pPr>
                      <a:r>
                        <a:rPr lang="en">
                          <a:solidFill>
                            <a:schemeClr val="dk1"/>
                          </a:solidFill>
                        </a:rPr>
                        <a:t>Robin</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Skedda</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Envoy</a:t>
                      </a:r>
                      <a:endParaRPr>
                        <a:solidFill>
                          <a:schemeClr val="dk1"/>
                        </a:solidFill>
                      </a:endParaRPr>
                    </a:p>
                  </a:txBody>
                  <a:tcPr marT="91425" marB="91425" marR="91425" marL="91425"/>
                </a:tc>
                <a:tc>
                  <a:txBody>
                    <a:bodyPr/>
                    <a:lstStyle/>
                    <a:p>
                      <a:pPr indent="0" lvl="0" marL="0" rtl="0" algn="l">
                        <a:spcBef>
                          <a:spcPts val="0"/>
                        </a:spcBef>
                        <a:spcAft>
                          <a:spcPts val="0"/>
                        </a:spcAft>
                        <a:buNone/>
                      </a:pPr>
                      <a:r>
                        <a:rPr lang="en">
                          <a:solidFill>
                            <a:schemeClr val="dk1"/>
                          </a:solidFill>
                        </a:rPr>
                        <a:t>SpaceIQ</a:t>
                      </a:r>
                      <a:endParaRPr>
                        <a:solidFill>
                          <a:schemeClr val="dk1"/>
                        </a:solidFill>
                      </a:endParaRPr>
                    </a:p>
                  </a:txBody>
                  <a:tcPr marT="91425" marB="91425" marR="91425" marL="91425"/>
                </a:tc>
              </a:tr>
              <a:tr h="779650">
                <a:tc>
                  <a:txBody>
                    <a:bodyPr/>
                    <a:lstStyle/>
                    <a:p>
                      <a:pPr indent="0" lvl="0" marL="0" rtl="0" algn="l">
                        <a:spcBef>
                          <a:spcPts val="0"/>
                        </a:spcBef>
                        <a:spcAft>
                          <a:spcPts val="0"/>
                        </a:spcAft>
                        <a:buNone/>
                      </a:pPr>
                      <a:r>
                        <a:rPr b="1" lang="en">
                          <a:solidFill>
                            <a:schemeClr val="dk1"/>
                          </a:solidFill>
                        </a:rPr>
                        <a:t>Conflicting Reservations / Double Booking</a:t>
                      </a:r>
                      <a:endParaRPr b="1">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r>
              <a:tr h="767475">
                <a:tc>
                  <a:txBody>
                    <a:bodyPr/>
                    <a:lstStyle/>
                    <a:p>
                      <a:pPr indent="0" lvl="0" marL="0" rtl="0" algn="l">
                        <a:spcBef>
                          <a:spcPts val="0"/>
                        </a:spcBef>
                        <a:spcAft>
                          <a:spcPts val="0"/>
                        </a:spcAft>
                        <a:buNone/>
                      </a:pPr>
                      <a:r>
                        <a:rPr b="1" lang="en">
                          <a:solidFill>
                            <a:schemeClr val="dk1"/>
                          </a:solidFill>
                        </a:rPr>
                        <a:t>Room Hogging / Inefficient Space Utilization</a:t>
                      </a:r>
                      <a:endParaRPr b="1">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r>
              <a:tr h="691125">
                <a:tc>
                  <a:txBody>
                    <a:bodyPr/>
                    <a:lstStyle/>
                    <a:p>
                      <a:pPr indent="0" lvl="0" marL="0" rtl="0" algn="l">
                        <a:spcBef>
                          <a:spcPts val="0"/>
                        </a:spcBef>
                        <a:spcAft>
                          <a:spcPts val="0"/>
                        </a:spcAft>
                        <a:buNone/>
                      </a:pPr>
                      <a:r>
                        <a:rPr b="1" lang="en">
                          <a:solidFill>
                            <a:schemeClr val="dk1"/>
                          </a:solidFill>
                        </a:rPr>
                        <a:t>Lack of Updated Room Availability</a:t>
                      </a:r>
                      <a:endParaRPr b="1">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c>
                  <a:txBody>
                    <a:bodyPr/>
                    <a:lstStyle/>
                    <a:p>
                      <a:pPr indent="0" lvl="0" marL="0" rtl="0" algn="l">
                        <a:spcBef>
                          <a:spcPts val="0"/>
                        </a:spcBef>
                        <a:spcAft>
                          <a:spcPts val="0"/>
                        </a:spcAft>
                        <a:buNone/>
                      </a:pPr>
                      <a:r>
                        <a:t/>
                      </a:r>
                      <a:endParaRPr>
                        <a:solidFill>
                          <a:schemeClr val="dk1"/>
                        </a:solidFill>
                      </a:endParaRPr>
                    </a:p>
                  </a:txBody>
                  <a:tcPr marT="91425" marB="91425" marR="91425" marL="91425"/>
                </a:tc>
              </a:tr>
            </a:tbl>
          </a:graphicData>
        </a:graphic>
      </p:graphicFrame>
      <p:graphicFrame>
        <p:nvGraphicFramePr>
          <p:cNvPr id="964" name="Google Shape;964;p37"/>
          <p:cNvGraphicFramePr/>
          <p:nvPr/>
        </p:nvGraphicFramePr>
        <p:xfrm>
          <a:off x="304800" y="304800"/>
          <a:ext cx="3000000" cy="3000000"/>
        </p:xfrm>
        <a:graphic>
          <a:graphicData uri="http://schemas.openxmlformats.org/drawingml/2006/table">
            <a:tbl>
              <a:tblPr>
                <a:noFill/>
                <a:tableStyleId>{D17965DD-0255-419F-9586-720A933D9A60}</a:tableStyleId>
              </a:tblPr>
              <a:tblGrid>
                <a:gridCol w="19050"/>
              </a:tblGrid>
              <a:tr h="19050">
                <a:tc>
                  <a:txBody>
                    <a:bodyPr/>
                    <a:lstStyle/>
                    <a:p>
                      <a:pPr indent="0" lvl="0" marL="0" rtl="0" algn="l">
                        <a:spcBef>
                          <a:spcPts val="0"/>
                        </a:spcBef>
                        <a:spcAft>
                          <a:spcPts val="0"/>
                        </a:spcAft>
                        <a:buNone/>
                      </a:pPr>
                      <a:r>
                        <a:t/>
                      </a:r>
                      <a:endParaRPr/>
                    </a:p>
                  </a:txBody>
                  <a:tcPr marT="91425" marB="91425" marR="91425" marL="91425"/>
                </a:tc>
              </a:tr>
            </a:tbl>
          </a:graphicData>
        </a:graphic>
      </p:graphicFrame>
      <p:pic>
        <p:nvPicPr>
          <p:cNvPr id="965" name="Google Shape;965;p37"/>
          <p:cNvPicPr preferRelativeResize="0"/>
          <p:nvPr/>
        </p:nvPicPr>
        <p:blipFill rotWithShape="1">
          <a:blip r:embed="rId3">
            <a:alphaModFix/>
          </a:blip>
          <a:srcRect b="0" l="23818" r="23707" t="0"/>
          <a:stretch/>
        </p:blipFill>
        <p:spPr>
          <a:xfrm>
            <a:off x="3320862" y="1668637"/>
            <a:ext cx="877824" cy="877824"/>
          </a:xfrm>
          <a:prstGeom prst="rect">
            <a:avLst/>
          </a:prstGeom>
          <a:noFill/>
          <a:ln>
            <a:noFill/>
          </a:ln>
        </p:spPr>
      </p:pic>
      <p:pic>
        <p:nvPicPr>
          <p:cNvPr id="966" name="Google Shape;966;p37"/>
          <p:cNvPicPr preferRelativeResize="0"/>
          <p:nvPr/>
        </p:nvPicPr>
        <p:blipFill rotWithShape="1">
          <a:blip r:embed="rId4">
            <a:alphaModFix/>
          </a:blip>
          <a:srcRect b="0" l="14702" r="14061" t="0"/>
          <a:stretch/>
        </p:blipFill>
        <p:spPr>
          <a:xfrm>
            <a:off x="4442541" y="1667896"/>
            <a:ext cx="878125" cy="879275"/>
          </a:xfrm>
          <a:prstGeom prst="rect">
            <a:avLst/>
          </a:prstGeom>
          <a:noFill/>
          <a:ln>
            <a:noFill/>
          </a:ln>
        </p:spPr>
      </p:pic>
      <p:pic>
        <p:nvPicPr>
          <p:cNvPr id="967" name="Google Shape;967;p37"/>
          <p:cNvPicPr preferRelativeResize="0"/>
          <p:nvPr/>
        </p:nvPicPr>
        <p:blipFill>
          <a:blip r:embed="rId5">
            <a:alphaModFix/>
          </a:blip>
          <a:stretch>
            <a:fillRect/>
          </a:stretch>
        </p:blipFill>
        <p:spPr>
          <a:xfrm>
            <a:off x="5517375" y="1668625"/>
            <a:ext cx="877824" cy="877824"/>
          </a:xfrm>
          <a:prstGeom prst="rect">
            <a:avLst/>
          </a:prstGeom>
          <a:noFill/>
          <a:ln>
            <a:noFill/>
          </a:ln>
        </p:spPr>
      </p:pic>
      <p:pic>
        <p:nvPicPr>
          <p:cNvPr id="968" name="Google Shape;968;p37"/>
          <p:cNvPicPr preferRelativeResize="0"/>
          <p:nvPr/>
        </p:nvPicPr>
        <p:blipFill>
          <a:blip r:embed="rId6">
            <a:alphaModFix/>
          </a:blip>
          <a:stretch>
            <a:fillRect/>
          </a:stretch>
        </p:blipFill>
        <p:spPr>
          <a:xfrm>
            <a:off x="6651650" y="1668625"/>
            <a:ext cx="877824" cy="877824"/>
          </a:xfrm>
          <a:prstGeom prst="rect">
            <a:avLst/>
          </a:prstGeom>
          <a:noFill/>
          <a:ln>
            <a:noFill/>
          </a:ln>
        </p:spPr>
      </p:pic>
      <p:pic>
        <p:nvPicPr>
          <p:cNvPr id="969" name="Google Shape;969;p37"/>
          <p:cNvPicPr preferRelativeResize="0"/>
          <p:nvPr/>
        </p:nvPicPr>
        <p:blipFill>
          <a:blip r:embed="rId7">
            <a:alphaModFix/>
          </a:blip>
          <a:stretch>
            <a:fillRect/>
          </a:stretch>
        </p:blipFill>
        <p:spPr>
          <a:xfrm>
            <a:off x="3393454" y="2674992"/>
            <a:ext cx="732600" cy="732600"/>
          </a:xfrm>
          <a:prstGeom prst="rect">
            <a:avLst/>
          </a:prstGeom>
          <a:noFill/>
          <a:ln>
            <a:noFill/>
          </a:ln>
        </p:spPr>
      </p:pic>
      <p:pic>
        <p:nvPicPr>
          <p:cNvPr id="970" name="Google Shape;970;p37"/>
          <p:cNvPicPr preferRelativeResize="0"/>
          <p:nvPr/>
        </p:nvPicPr>
        <p:blipFill>
          <a:blip r:embed="rId7">
            <a:alphaModFix/>
          </a:blip>
          <a:stretch>
            <a:fillRect/>
          </a:stretch>
        </p:blipFill>
        <p:spPr>
          <a:xfrm>
            <a:off x="5589992" y="2674992"/>
            <a:ext cx="732600" cy="732600"/>
          </a:xfrm>
          <a:prstGeom prst="rect">
            <a:avLst/>
          </a:prstGeom>
          <a:noFill/>
          <a:ln>
            <a:noFill/>
          </a:ln>
        </p:spPr>
      </p:pic>
      <p:pic>
        <p:nvPicPr>
          <p:cNvPr id="971" name="Google Shape;971;p37"/>
          <p:cNvPicPr preferRelativeResize="0"/>
          <p:nvPr/>
        </p:nvPicPr>
        <p:blipFill>
          <a:blip r:embed="rId7">
            <a:alphaModFix/>
          </a:blip>
          <a:stretch>
            <a:fillRect/>
          </a:stretch>
        </p:blipFill>
        <p:spPr>
          <a:xfrm>
            <a:off x="6724267" y="2674992"/>
            <a:ext cx="732600" cy="732600"/>
          </a:xfrm>
          <a:prstGeom prst="rect">
            <a:avLst/>
          </a:prstGeom>
          <a:noFill/>
          <a:ln>
            <a:noFill/>
          </a:ln>
        </p:spPr>
      </p:pic>
      <p:pic>
        <p:nvPicPr>
          <p:cNvPr id="972" name="Google Shape;972;p37"/>
          <p:cNvPicPr preferRelativeResize="0"/>
          <p:nvPr/>
        </p:nvPicPr>
        <p:blipFill>
          <a:blip r:embed="rId7">
            <a:alphaModFix/>
          </a:blip>
          <a:stretch>
            <a:fillRect/>
          </a:stretch>
        </p:blipFill>
        <p:spPr>
          <a:xfrm>
            <a:off x="5590004" y="4307617"/>
            <a:ext cx="732600" cy="732600"/>
          </a:xfrm>
          <a:prstGeom prst="rect">
            <a:avLst/>
          </a:prstGeom>
          <a:noFill/>
          <a:ln>
            <a:noFill/>
          </a:ln>
        </p:spPr>
      </p:pic>
      <p:pic>
        <p:nvPicPr>
          <p:cNvPr id="973" name="Google Shape;973;p37"/>
          <p:cNvPicPr preferRelativeResize="0"/>
          <p:nvPr/>
        </p:nvPicPr>
        <p:blipFill rotWithShape="1">
          <a:blip r:embed="rId8">
            <a:alphaModFix/>
          </a:blip>
          <a:srcRect b="24741" l="0" r="0" t="24796"/>
          <a:stretch/>
        </p:blipFill>
        <p:spPr>
          <a:xfrm>
            <a:off x="4515850" y="2675538"/>
            <a:ext cx="731520" cy="731519"/>
          </a:xfrm>
          <a:prstGeom prst="rect">
            <a:avLst/>
          </a:prstGeom>
          <a:noFill/>
          <a:ln>
            <a:noFill/>
          </a:ln>
        </p:spPr>
      </p:pic>
      <p:pic>
        <p:nvPicPr>
          <p:cNvPr id="974" name="Google Shape;974;p37"/>
          <p:cNvPicPr preferRelativeResize="0"/>
          <p:nvPr/>
        </p:nvPicPr>
        <p:blipFill rotWithShape="1">
          <a:blip r:embed="rId8">
            <a:alphaModFix/>
          </a:blip>
          <a:srcRect b="24741" l="0" r="0" t="24796"/>
          <a:stretch/>
        </p:blipFill>
        <p:spPr>
          <a:xfrm>
            <a:off x="3394000" y="3498488"/>
            <a:ext cx="731520" cy="731519"/>
          </a:xfrm>
          <a:prstGeom prst="rect">
            <a:avLst/>
          </a:prstGeom>
          <a:noFill/>
          <a:ln>
            <a:noFill/>
          </a:ln>
        </p:spPr>
      </p:pic>
      <p:pic>
        <p:nvPicPr>
          <p:cNvPr id="975" name="Google Shape;975;p37"/>
          <p:cNvPicPr preferRelativeResize="0"/>
          <p:nvPr/>
        </p:nvPicPr>
        <p:blipFill rotWithShape="1">
          <a:blip r:embed="rId8">
            <a:alphaModFix/>
          </a:blip>
          <a:srcRect b="24741" l="0" r="0" t="24796"/>
          <a:stretch/>
        </p:blipFill>
        <p:spPr>
          <a:xfrm>
            <a:off x="4515850" y="3498488"/>
            <a:ext cx="731520" cy="731519"/>
          </a:xfrm>
          <a:prstGeom prst="rect">
            <a:avLst/>
          </a:prstGeom>
          <a:noFill/>
          <a:ln>
            <a:noFill/>
          </a:ln>
        </p:spPr>
      </p:pic>
      <p:pic>
        <p:nvPicPr>
          <p:cNvPr id="976" name="Google Shape;976;p37"/>
          <p:cNvPicPr preferRelativeResize="0"/>
          <p:nvPr/>
        </p:nvPicPr>
        <p:blipFill rotWithShape="1">
          <a:blip r:embed="rId8">
            <a:alphaModFix/>
          </a:blip>
          <a:srcRect b="24741" l="0" r="0" t="24796"/>
          <a:stretch/>
        </p:blipFill>
        <p:spPr>
          <a:xfrm>
            <a:off x="3394000" y="4308163"/>
            <a:ext cx="731520" cy="731519"/>
          </a:xfrm>
          <a:prstGeom prst="rect">
            <a:avLst/>
          </a:prstGeom>
          <a:noFill/>
          <a:ln>
            <a:noFill/>
          </a:ln>
        </p:spPr>
      </p:pic>
      <p:pic>
        <p:nvPicPr>
          <p:cNvPr id="977" name="Google Shape;977;p37"/>
          <p:cNvPicPr preferRelativeResize="0"/>
          <p:nvPr/>
        </p:nvPicPr>
        <p:blipFill rotWithShape="1">
          <a:blip r:embed="rId8">
            <a:alphaModFix/>
          </a:blip>
          <a:srcRect b="24741" l="0" r="0" t="24796"/>
          <a:stretch/>
        </p:blipFill>
        <p:spPr>
          <a:xfrm>
            <a:off x="4515850" y="4308163"/>
            <a:ext cx="731520" cy="731519"/>
          </a:xfrm>
          <a:prstGeom prst="rect">
            <a:avLst/>
          </a:prstGeom>
          <a:noFill/>
          <a:ln>
            <a:noFill/>
          </a:ln>
        </p:spPr>
      </p:pic>
      <p:pic>
        <p:nvPicPr>
          <p:cNvPr id="978" name="Google Shape;978;p37"/>
          <p:cNvPicPr preferRelativeResize="0"/>
          <p:nvPr/>
        </p:nvPicPr>
        <p:blipFill rotWithShape="1">
          <a:blip r:embed="rId8">
            <a:alphaModFix/>
          </a:blip>
          <a:srcRect b="24741" l="0" r="0" t="24796"/>
          <a:stretch/>
        </p:blipFill>
        <p:spPr>
          <a:xfrm>
            <a:off x="5590525" y="3491850"/>
            <a:ext cx="731520" cy="731519"/>
          </a:xfrm>
          <a:prstGeom prst="rect">
            <a:avLst/>
          </a:prstGeom>
          <a:noFill/>
          <a:ln>
            <a:noFill/>
          </a:ln>
        </p:spPr>
      </p:pic>
      <p:pic>
        <p:nvPicPr>
          <p:cNvPr id="979" name="Google Shape;979;p37"/>
          <p:cNvPicPr preferRelativeResize="0"/>
          <p:nvPr/>
        </p:nvPicPr>
        <p:blipFill rotWithShape="1">
          <a:blip r:embed="rId8">
            <a:alphaModFix/>
          </a:blip>
          <a:srcRect b="24741" l="0" r="0" t="24796"/>
          <a:stretch/>
        </p:blipFill>
        <p:spPr>
          <a:xfrm>
            <a:off x="6724813" y="3491850"/>
            <a:ext cx="731520" cy="731519"/>
          </a:xfrm>
          <a:prstGeom prst="rect">
            <a:avLst/>
          </a:prstGeom>
          <a:noFill/>
          <a:ln>
            <a:noFill/>
          </a:ln>
        </p:spPr>
      </p:pic>
      <p:pic>
        <p:nvPicPr>
          <p:cNvPr id="980" name="Google Shape;980;p37"/>
          <p:cNvPicPr preferRelativeResize="0"/>
          <p:nvPr/>
        </p:nvPicPr>
        <p:blipFill rotWithShape="1">
          <a:blip r:embed="rId8">
            <a:alphaModFix/>
          </a:blip>
          <a:srcRect b="24741" l="0" r="0" t="24796"/>
          <a:stretch/>
        </p:blipFill>
        <p:spPr>
          <a:xfrm>
            <a:off x="6724813" y="4307613"/>
            <a:ext cx="731520" cy="73151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984" name="Shape 984"/>
        <p:cNvGrpSpPr/>
        <p:nvPr/>
      </p:nvGrpSpPr>
      <p:grpSpPr>
        <a:xfrm>
          <a:off x="0" y="0"/>
          <a:ext cx="0" cy="0"/>
          <a:chOff x="0" y="0"/>
          <a:chExt cx="0" cy="0"/>
        </a:xfrm>
      </p:grpSpPr>
      <p:sp>
        <p:nvSpPr>
          <p:cNvPr id="985" name="Google Shape;985;p3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2900"/>
              <a:t>Current Solutions in the market</a:t>
            </a:r>
            <a:endParaRPr sz="2900"/>
          </a:p>
        </p:txBody>
      </p:sp>
      <p:sp>
        <p:nvSpPr>
          <p:cNvPr id="986" name="Google Shape;986;p38"/>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02</a:t>
            </a:r>
            <a:endParaRPr sz="2900"/>
          </a:p>
        </p:txBody>
      </p:sp>
      <p:pic>
        <p:nvPicPr>
          <p:cNvPr id="987" name="Google Shape;987;p38"/>
          <p:cNvPicPr preferRelativeResize="0"/>
          <p:nvPr/>
        </p:nvPicPr>
        <p:blipFill rotWithShape="1">
          <a:blip r:embed="rId3">
            <a:alphaModFix/>
          </a:blip>
          <a:srcRect b="0" l="23818" r="23707" t="0"/>
          <a:stretch/>
        </p:blipFill>
        <p:spPr>
          <a:xfrm>
            <a:off x="298037" y="1476712"/>
            <a:ext cx="877824" cy="877824"/>
          </a:xfrm>
          <a:prstGeom prst="rect">
            <a:avLst/>
          </a:prstGeom>
          <a:noFill/>
          <a:ln>
            <a:noFill/>
          </a:ln>
        </p:spPr>
      </p:pic>
      <p:pic>
        <p:nvPicPr>
          <p:cNvPr id="988" name="Google Shape;988;p38"/>
          <p:cNvPicPr preferRelativeResize="0"/>
          <p:nvPr/>
        </p:nvPicPr>
        <p:blipFill rotWithShape="1">
          <a:blip r:embed="rId4">
            <a:alphaModFix/>
          </a:blip>
          <a:srcRect b="0" l="14702" r="14061" t="0"/>
          <a:stretch/>
        </p:blipFill>
        <p:spPr>
          <a:xfrm>
            <a:off x="297866" y="3517871"/>
            <a:ext cx="878125" cy="879275"/>
          </a:xfrm>
          <a:prstGeom prst="rect">
            <a:avLst/>
          </a:prstGeom>
          <a:noFill/>
          <a:ln>
            <a:noFill/>
          </a:ln>
        </p:spPr>
      </p:pic>
      <p:pic>
        <p:nvPicPr>
          <p:cNvPr id="989" name="Google Shape;989;p38"/>
          <p:cNvPicPr preferRelativeResize="0"/>
          <p:nvPr/>
        </p:nvPicPr>
        <p:blipFill>
          <a:blip r:embed="rId5">
            <a:alphaModFix/>
          </a:blip>
          <a:stretch>
            <a:fillRect/>
          </a:stretch>
        </p:blipFill>
        <p:spPr>
          <a:xfrm>
            <a:off x="4798550" y="1476700"/>
            <a:ext cx="877824" cy="877824"/>
          </a:xfrm>
          <a:prstGeom prst="rect">
            <a:avLst/>
          </a:prstGeom>
          <a:noFill/>
          <a:ln>
            <a:noFill/>
          </a:ln>
        </p:spPr>
      </p:pic>
      <p:pic>
        <p:nvPicPr>
          <p:cNvPr id="990" name="Google Shape;990;p38"/>
          <p:cNvPicPr preferRelativeResize="0"/>
          <p:nvPr/>
        </p:nvPicPr>
        <p:blipFill>
          <a:blip r:embed="rId6">
            <a:alphaModFix/>
          </a:blip>
          <a:stretch>
            <a:fillRect/>
          </a:stretch>
        </p:blipFill>
        <p:spPr>
          <a:xfrm>
            <a:off x="4874225" y="3519325"/>
            <a:ext cx="877824" cy="877824"/>
          </a:xfrm>
          <a:prstGeom prst="rect">
            <a:avLst/>
          </a:prstGeom>
          <a:noFill/>
          <a:ln>
            <a:noFill/>
          </a:ln>
        </p:spPr>
      </p:pic>
      <p:sp>
        <p:nvSpPr>
          <p:cNvPr id="991" name="Google Shape;991;p38"/>
          <p:cNvSpPr txBox="1"/>
          <p:nvPr/>
        </p:nvSpPr>
        <p:spPr>
          <a:xfrm>
            <a:off x="1238763" y="1052788"/>
            <a:ext cx="1473600" cy="4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Archivo"/>
                <a:ea typeface="Archivo"/>
                <a:cs typeface="Archivo"/>
                <a:sym typeface="Archivo"/>
              </a:rPr>
              <a:t>Robin</a:t>
            </a:r>
            <a:endParaRPr sz="2000">
              <a:solidFill>
                <a:schemeClr val="dk1"/>
              </a:solidFill>
              <a:latin typeface="Archivo"/>
              <a:ea typeface="Archivo"/>
              <a:cs typeface="Archivo"/>
              <a:sym typeface="Archivo"/>
            </a:endParaRPr>
          </a:p>
        </p:txBody>
      </p:sp>
      <p:sp>
        <p:nvSpPr>
          <p:cNvPr id="992" name="Google Shape;992;p38"/>
          <p:cNvSpPr txBox="1"/>
          <p:nvPr/>
        </p:nvSpPr>
        <p:spPr>
          <a:xfrm>
            <a:off x="1238775" y="3159300"/>
            <a:ext cx="1473600" cy="4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2000">
                <a:solidFill>
                  <a:schemeClr val="dk1"/>
                </a:solidFill>
                <a:latin typeface="Archivo"/>
                <a:ea typeface="Archivo"/>
                <a:cs typeface="Archivo"/>
                <a:sym typeface="Archivo"/>
              </a:rPr>
              <a:t>Skedda </a:t>
            </a:r>
            <a:endParaRPr sz="2000">
              <a:solidFill>
                <a:schemeClr val="dk1"/>
              </a:solidFill>
              <a:latin typeface="Archivo"/>
              <a:ea typeface="Archivo"/>
              <a:cs typeface="Archivo"/>
              <a:sym typeface="Archivo"/>
            </a:endParaRPr>
          </a:p>
        </p:txBody>
      </p:sp>
      <p:sp>
        <p:nvSpPr>
          <p:cNvPr id="993" name="Google Shape;993;p38"/>
          <p:cNvSpPr txBox="1"/>
          <p:nvPr/>
        </p:nvSpPr>
        <p:spPr>
          <a:xfrm>
            <a:off x="5495488" y="1110975"/>
            <a:ext cx="1473600" cy="4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chivo"/>
                <a:ea typeface="Archivo"/>
                <a:cs typeface="Archivo"/>
                <a:sym typeface="Archivo"/>
              </a:rPr>
              <a:t>Envoy</a:t>
            </a:r>
            <a:endParaRPr sz="2000">
              <a:solidFill>
                <a:schemeClr val="dk1"/>
              </a:solidFill>
              <a:latin typeface="Archivo"/>
              <a:ea typeface="Archivo"/>
              <a:cs typeface="Archivo"/>
              <a:sym typeface="Archivo"/>
            </a:endParaRPr>
          </a:p>
        </p:txBody>
      </p:sp>
      <p:sp>
        <p:nvSpPr>
          <p:cNvPr id="994" name="Google Shape;994;p38"/>
          <p:cNvSpPr txBox="1"/>
          <p:nvPr/>
        </p:nvSpPr>
        <p:spPr>
          <a:xfrm>
            <a:off x="5822838" y="2874325"/>
            <a:ext cx="1473600" cy="4791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800">
                <a:solidFill>
                  <a:schemeClr val="dk1"/>
                </a:solidFill>
                <a:latin typeface="Archivo"/>
                <a:ea typeface="Archivo"/>
                <a:cs typeface="Archivo"/>
                <a:sym typeface="Archivo"/>
              </a:rPr>
              <a:t>SpaceIQ</a:t>
            </a:r>
            <a:endParaRPr sz="2000">
              <a:solidFill>
                <a:schemeClr val="dk1"/>
              </a:solidFill>
              <a:latin typeface="Archivo"/>
              <a:ea typeface="Archivo"/>
              <a:cs typeface="Archivo"/>
              <a:sym typeface="Archivo"/>
            </a:endParaRPr>
          </a:p>
        </p:txBody>
      </p:sp>
      <p:sp>
        <p:nvSpPr>
          <p:cNvPr id="995" name="Google Shape;995;p38"/>
          <p:cNvSpPr txBox="1"/>
          <p:nvPr/>
        </p:nvSpPr>
        <p:spPr>
          <a:xfrm>
            <a:off x="1046625" y="1566950"/>
            <a:ext cx="3640800" cy="15573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Tool for managing meeting rooms, desks, and optimizing space.</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Limited hybrid work support </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Complex space management needs</a:t>
            </a:r>
            <a:endParaRPr sz="1500">
              <a:solidFill>
                <a:schemeClr val="dk1"/>
              </a:solidFill>
              <a:latin typeface="Archivo"/>
              <a:ea typeface="Archivo"/>
              <a:cs typeface="Archivo"/>
              <a:sym typeface="Archivo"/>
            </a:endParaRPr>
          </a:p>
        </p:txBody>
      </p:sp>
      <p:sp>
        <p:nvSpPr>
          <p:cNvPr id="996" name="Google Shape;996;p38"/>
          <p:cNvSpPr txBox="1"/>
          <p:nvPr/>
        </p:nvSpPr>
        <p:spPr>
          <a:xfrm>
            <a:off x="1046625" y="3638400"/>
            <a:ext cx="3967500" cy="15057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B</a:t>
            </a:r>
            <a:r>
              <a:rPr lang="en" sz="1500">
                <a:solidFill>
                  <a:schemeClr val="dk1"/>
                </a:solidFill>
                <a:latin typeface="Archivo"/>
                <a:ea typeface="Archivo"/>
                <a:cs typeface="Archivo"/>
                <a:sym typeface="Archivo"/>
              </a:rPr>
              <a:t>ooking system allowing users to reserve meeting rooms </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Not  flexible when it comes to space customization or specific booking workflows.</a:t>
            </a:r>
            <a:endParaRPr sz="1500">
              <a:solidFill>
                <a:schemeClr val="dk1"/>
              </a:solidFill>
              <a:latin typeface="Archivo"/>
              <a:ea typeface="Archivo"/>
              <a:cs typeface="Archivo"/>
              <a:sym typeface="Archivo"/>
            </a:endParaRPr>
          </a:p>
        </p:txBody>
      </p:sp>
      <p:sp>
        <p:nvSpPr>
          <p:cNvPr id="997" name="Google Shape;997;p38"/>
          <p:cNvSpPr txBox="1"/>
          <p:nvPr/>
        </p:nvSpPr>
        <p:spPr>
          <a:xfrm>
            <a:off x="5676375" y="1442300"/>
            <a:ext cx="3344400" cy="11271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Platform for managing room bookings.</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Too complex for organizations with simpler booking needs</a:t>
            </a:r>
            <a:endParaRPr sz="1500">
              <a:solidFill>
                <a:schemeClr val="dk1"/>
              </a:solidFill>
              <a:latin typeface="Archivo"/>
              <a:ea typeface="Archivo"/>
              <a:cs typeface="Archivo"/>
              <a:sym typeface="Archivo"/>
            </a:endParaRPr>
          </a:p>
        </p:txBody>
      </p:sp>
      <p:sp>
        <p:nvSpPr>
          <p:cNvPr id="998" name="Google Shape;998;p38"/>
          <p:cNvSpPr txBox="1"/>
          <p:nvPr/>
        </p:nvSpPr>
        <p:spPr>
          <a:xfrm>
            <a:off x="5822850" y="3385400"/>
            <a:ext cx="3198000" cy="1371600"/>
          </a:xfrm>
          <a:prstGeom prst="rect">
            <a:avLst/>
          </a:prstGeom>
          <a:noFill/>
          <a:ln>
            <a:noFill/>
          </a:ln>
        </p:spPr>
        <p:txBody>
          <a:bodyPr anchorCtr="0" anchor="t" bIns="91425" lIns="91425" spcFirstLastPara="1" rIns="91425" wrap="square" tIns="91425">
            <a:noAutofit/>
          </a:bodyPr>
          <a:lstStyle/>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Office management system that organises room booking</a:t>
            </a:r>
            <a:endParaRPr sz="1500">
              <a:solidFill>
                <a:schemeClr val="dk1"/>
              </a:solidFill>
              <a:latin typeface="Archivo"/>
              <a:ea typeface="Archivo"/>
              <a:cs typeface="Archivo"/>
              <a:sym typeface="Archivo"/>
            </a:endParaRPr>
          </a:p>
          <a:p>
            <a:pPr indent="-323850" lvl="0" marL="457200" rtl="0" algn="l">
              <a:spcBef>
                <a:spcPts val="0"/>
              </a:spcBef>
              <a:spcAft>
                <a:spcPts val="0"/>
              </a:spcAft>
              <a:buClr>
                <a:schemeClr val="dk1"/>
              </a:buClr>
              <a:buSzPts val="1500"/>
              <a:buFont typeface="Archivo"/>
              <a:buChar char="●"/>
            </a:pPr>
            <a:r>
              <a:rPr lang="en" sz="1500">
                <a:solidFill>
                  <a:schemeClr val="dk1"/>
                </a:solidFill>
                <a:latin typeface="Archivo"/>
                <a:ea typeface="Archivo"/>
                <a:cs typeface="Archivo"/>
                <a:sym typeface="Archivo"/>
              </a:rPr>
              <a:t>Lacks user-friendly simplicity</a:t>
            </a:r>
            <a:endParaRPr sz="1500">
              <a:solidFill>
                <a:schemeClr val="dk1"/>
              </a:solidFill>
              <a:latin typeface="Archivo"/>
              <a:ea typeface="Archivo"/>
              <a:cs typeface="Archivo"/>
              <a:sym typeface="Archiv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2" name="Shape 1002"/>
        <p:cNvGrpSpPr/>
        <p:nvPr/>
      </p:nvGrpSpPr>
      <p:grpSpPr>
        <a:xfrm>
          <a:off x="0" y="0"/>
          <a:ext cx="0" cy="0"/>
          <a:chOff x="0" y="0"/>
          <a:chExt cx="0" cy="0"/>
        </a:xfrm>
      </p:grpSpPr>
      <p:sp>
        <p:nvSpPr>
          <p:cNvPr id="1003" name="Google Shape;1003;p39"/>
          <p:cNvSpPr txBox="1"/>
          <p:nvPr>
            <p:ph type="title"/>
          </p:nvPr>
        </p:nvSpPr>
        <p:spPr>
          <a:xfrm>
            <a:off x="2201600" y="1243925"/>
            <a:ext cx="47409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Our Solution</a:t>
            </a:r>
            <a:endParaRPr sz="3600"/>
          </a:p>
        </p:txBody>
      </p:sp>
      <p:sp>
        <p:nvSpPr>
          <p:cNvPr id="1004" name="Google Shape;1004;p39"/>
          <p:cNvSpPr txBox="1"/>
          <p:nvPr>
            <p:ph idx="1" type="subTitle"/>
          </p:nvPr>
        </p:nvSpPr>
        <p:spPr>
          <a:xfrm>
            <a:off x="1036850" y="2188075"/>
            <a:ext cx="7832400" cy="1836300"/>
          </a:xfrm>
          <a:prstGeom prst="rect">
            <a:avLst/>
          </a:prstGeom>
        </p:spPr>
        <p:txBody>
          <a:bodyPr anchorCtr="0" anchor="t" bIns="91425" lIns="91425" spcFirstLastPara="1" rIns="91425" wrap="square" tIns="91425">
            <a:noAutofit/>
          </a:bodyPr>
          <a:lstStyle/>
          <a:p>
            <a:pPr indent="-342900" lvl="0" marL="457200" rtl="0" algn="l">
              <a:spcBef>
                <a:spcPts val="0"/>
              </a:spcBef>
              <a:spcAft>
                <a:spcPts val="0"/>
              </a:spcAft>
              <a:buSzPts val="1800"/>
              <a:buAutoNum type="arabicPeriod"/>
            </a:pPr>
            <a:r>
              <a:rPr lang="en" sz="1800"/>
              <a:t>Real-time room availability visibility</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Hogging deterrence through 2FA check in</a:t>
            </a:r>
            <a:endParaRPr sz="1800"/>
          </a:p>
          <a:p>
            <a:pPr indent="0" lvl="0" marL="457200" rtl="0" algn="l">
              <a:spcBef>
                <a:spcPts val="0"/>
              </a:spcBef>
              <a:spcAft>
                <a:spcPts val="0"/>
              </a:spcAft>
              <a:buNone/>
            </a:pPr>
            <a:r>
              <a:t/>
            </a:r>
            <a:endParaRPr sz="1800"/>
          </a:p>
          <a:p>
            <a:pPr indent="-342900" lvl="0" marL="457200" rtl="0" algn="l">
              <a:spcBef>
                <a:spcPts val="0"/>
              </a:spcBef>
              <a:spcAft>
                <a:spcPts val="0"/>
              </a:spcAft>
              <a:buSzPts val="1800"/>
              <a:buAutoNum type="arabicPeriod"/>
            </a:pPr>
            <a:r>
              <a:rPr lang="en" sz="1800"/>
              <a:t>Intuitive Interface</a:t>
            </a:r>
            <a:endParaRPr sz="1800"/>
          </a:p>
        </p:txBody>
      </p:sp>
      <p:sp>
        <p:nvSpPr>
          <p:cNvPr id="1005" name="Google Shape;1005;p39"/>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03</a:t>
            </a:r>
            <a:endParaRPr sz="2900"/>
          </a:p>
        </p:txBody>
      </p:sp>
      <p:sp>
        <p:nvSpPr>
          <p:cNvPr id="1006" name="Google Shape;1006;p39"/>
          <p:cNvSpPr txBox="1"/>
          <p:nvPr/>
        </p:nvSpPr>
        <p:spPr>
          <a:xfrm>
            <a:off x="3072050" y="1569475"/>
            <a:ext cx="30000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dk1"/>
                </a:solidFill>
                <a:latin typeface="Archivo"/>
                <a:ea typeface="Archivo"/>
                <a:cs typeface="Archivo"/>
                <a:sym typeface="Archivo"/>
              </a:rPr>
              <a:t>A Seamless Room Booking System</a:t>
            </a:r>
            <a:endParaRPr>
              <a:solidFill>
                <a:schemeClr val="dk1"/>
              </a:solidFill>
              <a:latin typeface="Archivo"/>
              <a:ea typeface="Archivo"/>
              <a:cs typeface="Archivo"/>
              <a:sym typeface="Archivo"/>
            </a:endParaRPr>
          </a:p>
        </p:txBody>
      </p:sp>
      <p:pic>
        <p:nvPicPr>
          <p:cNvPr id="1007" name="Google Shape;1007;p39"/>
          <p:cNvPicPr preferRelativeResize="0"/>
          <p:nvPr/>
        </p:nvPicPr>
        <p:blipFill>
          <a:blip r:embed="rId3">
            <a:alphaModFix/>
          </a:blip>
          <a:stretch>
            <a:fillRect/>
          </a:stretch>
        </p:blipFill>
        <p:spPr>
          <a:xfrm>
            <a:off x="6321025" y="2261750"/>
            <a:ext cx="2237225" cy="180707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1" name="Shape 1011"/>
        <p:cNvGrpSpPr/>
        <p:nvPr/>
      </p:nvGrpSpPr>
      <p:grpSpPr>
        <a:xfrm>
          <a:off x="0" y="0"/>
          <a:ext cx="0" cy="0"/>
          <a:chOff x="0" y="0"/>
          <a:chExt cx="0" cy="0"/>
        </a:xfrm>
      </p:grpSpPr>
      <p:sp>
        <p:nvSpPr>
          <p:cNvPr id="1012" name="Google Shape;1012;p40"/>
          <p:cNvSpPr txBox="1"/>
          <p:nvPr>
            <p:ph type="title"/>
          </p:nvPr>
        </p:nvSpPr>
        <p:spPr>
          <a:xfrm>
            <a:off x="2201550" y="2285400"/>
            <a:ext cx="47409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Demo</a:t>
            </a:r>
            <a:endParaRPr sz="3600"/>
          </a:p>
        </p:txBody>
      </p:sp>
      <p:sp>
        <p:nvSpPr>
          <p:cNvPr id="1013" name="Google Shape;1013;p40"/>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04</a:t>
            </a:r>
            <a:endParaRPr sz="29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7" name="Shape 1017"/>
        <p:cNvGrpSpPr/>
        <p:nvPr/>
      </p:nvGrpSpPr>
      <p:grpSpPr>
        <a:xfrm>
          <a:off x="0" y="0"/>
          <a:ext cx="0" cy="0"/>
          <a:chOff x="0" y="0"/>
          <a:chExt cx="0" cy="0"/>
        </a:xfrm>
      </p:grpSpPr>
      <p:sp>
        <p:nvSpPr>
          <p:cNvPr id="1018" name="Google Shape;1018;p41"/>
          <p:cNvSpPr txBox="1"/>
          <p:nvPr>
            <p:ph type="title"/>
          </p:nvPr>
        </p:nvSpPr>
        <p:spPr>
          <a:xfrm>
            <a:off x="1935600" y="1015325"/>
            <a:ext cx="5272800" cy="5727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sz="3600"/>
              <a:t>Business Plan</a:t>
            </a:r>
            <a:endParaRPr sz="3600"/>
          </a:p>
        </p:txBody>
      </p:sp>
      <p:sp>
        <p:nvSpPr>
          <p:cNvPr id="1019" name="Google Shape;1019;p41"/>
          <p:cNvSpPr txBox="1"/>
          <p:nvPr>
            <p:ph idx="4294967295" type="title"/>
          </p:nvPr>
        </p:nvSpPr>
        <p:spPr>
          <a:xfrm>
            <a:off x="263025" y="199700"/>
            <a:ext cx="783600" cy="732600"/>
          </a:xfrm>
          <a:prstGeom prst="rect">
            <a:avLst/>
          </a:prstGeom>
          <a:ln cap="flat" cmpd="sng" w="9525">
            <a:solidFill>
              <a:schemeClr val="dk1"/>
            </a:solidFill>
            <a:prstDash val="solid"/>
            <a:round/>
            <a:headEnd len="sm" w="sm" type="none"/>
            <a:tailEnd len="sm" w="sm" type="none"/>
          </a:ln>
        </p:spPr>
        <p:txBody>
          <a:bodyPr anchorCtr="0" anchor="t" bIns="91425" lIns="91425" spcFirstLastPara="1" rIns="91425" wrap="square" tIns="91425">
            <a:noAutofit/>
          </a:bodyPr>
          <a:lstStyle/>
          <a:p>
            <a:pPr indent="0" lvl="0" marL="0" rtl="0" algn="ctr">
              <a:spcBef>
                <a:spcPts val="0"/>
              </a:spcBef>
              <a:spcAft>
                <a:spcPts val="0"/>
              </a:spcAft>
              <a:buNone/>
            </a:pPr>
            <a:r>
              <a:rPr lang="en" sz="2900"/>
              <a:t>05</a:t>
            </a:r>
            <a:endParaRPr sz="2900"/>
          </a:p>
        </p:txBody>
      </p:sp>
      <p:pic>
        <p:nvPicPr>
          <p:cNvPr id="1020" name="Google Shape;1020;p41"/>
          <p:cNvPicPr preferRelativeResize="0"/>
          <p:nvPr/>
        </p:nvPicPr>
        <p:blipFill>
          <a:blip r:embed="rId3">
            <a:alphaModFix/>
          </a:blip>
          <a:stretch>
            <a:fillRect/>
          </a:stretch>
        </p:blipFill>
        <p:spPr>
          <a:xfrm>
            <a:off x="4596250" y="2394450"/>
            <a:ext cx="4547750" cy="1781475"/>
          </a:xfrm>
          <a:prstGeom prst="rect">
            <a:avLst/>
          </a:prstGeom>
          <a:noFill/>
          <a:ln>
            <a:noFill/>
          </a:ln>
        </p:spPr>
      </p:pic>
      <p:sp>
        <p:nvSpPr>
          <p:cNvPr id="1021" name="Google Shape;1021;p41"/>
          <p:cNvSpPr txBox="1"/>
          <p:nvPr/>
        </p:nvSpPr>
        <p:spPr>
          <a:xfrm>
            <a:off x="626625" y="1398650"/>
            <a:ext cx="1639500" cy="514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Archivo"/>
                <a:ea typeface="Archivo"/>
                <a:cs typeface="Archivo"/>
                <a:sym typeface="Archivo"/>
              </a:rPr>
              <a:t>Target Market</a:t>
            </a:r>
            <a:endParaRPr b="1">
              <a:solidFill>
                <a:schemeClr val="dk1"/>
              </a:solidFill>
              <a:latin typeface="Archivo"/>
              <a:ea typeface="Archivo"/>
              <a:cs typeface="Archivo"/>
              <a:sym typeface="Archivo"/>
            </a:endParaRPr>
          </a:p>
        </p:txBody>
      </p:sp>
      <p:sp>
        <p:nvSpPr>
          <p:cNvPr id="1022" name="Google Shape;1022;p41"/>
          <p:cNvSpPr txBox="1"/>
          <p:nvPr/>
        </p:nvSpPr>
        <p:spPr>
          <a:xfrm>
            <a:off x="6096413" y="1826175"/>
            <a:ext cx="1547400" cy="514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en">
                <a:solidFill>
                  <a:schemeClr val="dk1"/>
                </a:solidFill>
                <a:latin typeface="Archivo"/>
                <a:ea typeface="Archivo"/>
                <a:cs typeface="Archivo"/>
                <a:sym typeface="Archivo"/>
              </a:rPr>
              <a:t>Timeline</a:t>
            </a:r>
            <a:endParaRPr b="1">
              <a:solidFill>
                <a:schemeClr val="dk1"/>
              </a:solidFill>
              <a:latin typeface="Archivo"/>
              <a:ea typeface="Archivo"/>
              <a:cs typeface="Archivo"/>
              <a:sym typeface="Archivo"/>
            </a:endParaRPr>
          </a:p>
        </p:txBody>
      </p:sp>
      <p:sp>
        <p:nvSpPr>
          <p:cNvPr id="1023" name="Google Shape;1023;p41"/>
          <p:cNvSpPr txBox="1"/>
          <p:nvPr/>
        </p:nvSpPr>
        <p:spPr>
          <a:xfrm>
            <a:off x="263025" y="1649500"/>
            <a:ext cx="4408800" cy="514500"/>
          </a:xfrm>
          <a:prstGeom prst="rect">
            <a:avLst/>
          </a:prstGeom>
          <a:noFill/>
          <a:ln>
            <a:noFill/>
          </a:ln>
        </p:spPr>
        <p:txBody>
          <a:bodyPr anchorCtr="0" anchor="t" bIns="91425" lIns="91425" spcFirstLastPara="1" rIns="91425" wrap="square" tIns="91425">
            <a:noAutofit/>
          </a:bodyPr>
          <a:lstStyle/>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Co-Working Spaces</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Need for efficient scheduling tools amid</a:t>
            </a:r>
            <a:endParaRPr sz="1200">
              <a:solidFill>
                <a:schemeClr val="dk1"/>
              </a:solidFill>
              <a:latin typeface="Archivo"/>
              <a:ea typeface="Archivo"/>
              <a:cs typeface="Archivo"/>
              <a:sym typeface="Archivo"/>
            </a:endParaRPr>
          </a:p>
          <a:p>
            <a:pPr indent="0" lvl="0" marL="914400" rtl="0" algn="l">
              <a:spcBef>
                <a:spcPts val="0"/>
              </a:spcBef>
              <a:spcAft>
                <a:spcPts val="0"/>
              </a:spcAft>
              <a:buNone/>
            </a:pPr>
            <a:r>
              <a:rPr lang="en" sz="1200">
                <a:solidFill>
                  <a:schemeClr val="dk1"/>
                </a:solidFill>
                <a:latin typeface="Archivo"/>
                <a:ea typeface="Archivo"/>
                <a:cs typeface="Archivo"/>
                <a:sym typeface="Archivo"/>
              </a:rPr>
              <a:t> flexible workspace growth.</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 USD 88.2m (2023)</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Growing at 15% CAGR through 2030</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Corporate Offices</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High demand for optimized shared</a:t>
            </a:r>
            <a:endParaRPr sz="1200">
              <a:solidFill>
                <a:schemeClr val="dk1"/>
              </a:solidFill>
              <a:latin typeface="Archivo"/>
              <a:ea typeface="Archivo"/>
              <a:cs typeface="Archivo"/>
              <a:sym typeface="Archivo"/>
            </a:endParaRPr>
          </a:p>
          <a:p>
            <a:pPr indent="0" lvl="0" marL="914400" rtl="0" algn="l">
              <a:spcBef>
                <a:spcPts val="0"/>
              </a:spcBef>
              <a:spcAft>
                <a:spcPts val="0"/>
              </a:spcAft>
              <a:buNone/>
            </a:pPr>
            <a:r>
              <a:rPr lang="en" sz="1200">
                <a:solidFill>
                  <a:schemeClr val="dk1"/>
                </a:solidFill>
                <a:latin typeface="Archivo"/>
                <a:ea typeface="Archivo"/>
                <a:cs typeface="Archivo"/>
                <a:sym typeface="Archivo"/>
              </a:rPr>
              <a:t>spaces due to hybrid work.</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 USD 58m (2023)</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Growing at 10% CAGR through 2030</a:t>
            </a:r>
            <a:endParaRPr sz="1200">
              <a:solidFill>
                <a:schemeClr val="dk1"/>
              </a:solidFill>
              <a:latin typeface="Archivo"/>
              <a:ea typeface="Archivo"/>
              <a:cs typeface="Archivo"/>
              <a:sym typeface="Archivo"/>
            </a:endParaRPr>
          </a:p>
          <a:p>
            <a:pPr indent="0" lvl="0" marL="0" rtl="0" algn="l">
              <a:spcBef>
                <a:spcPts val="0"/>
              </a:spcBef>
              <a:spcAft>
                <a:spcPts val="0"/>
              </a:spcAft>
              <a:buNone/>
            </a:pPr>
            <a:r>
              <a:t/>
            </a:r>
            <a:endParaRPr sz="1200">
              <a:solidFill>
                <a:schemeClr val="dk1"/>
              </a:solidFill>
              <a:latin typeface="Archivo"/>
              <a:ea typeface="Archivo"/>
              <a:cs typeface="Archivo"/>
              <a:sym typeface="Archivo"/>
            </a:endParaRPr>
          </a:p>
          <a:p>
            <a:pPr indent="-304800" lvl="0" marL="4572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Educational Institutions</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Demand for flexible, multi-user booking systems </a:t>
            </a:r>
            <a:endParaRPr sz="1200">
              <a:solidFill>
                <a:schemeClr val="dk1"/>
              </a:solidFill>
              <a:latin typeface="Archivo"/>
              <a:ea typeface="Archivo"/>
              <a:cs typeface="Archivo"/>
              <a:sym typeface="Archivo"/>
            </a:endParaRPr>
          </a:p>
          <a:p>
            <a:pPr indent="0" lvl="0" marL="914400" rtl="0" algn="l">
              <a:spcBef>
                <a:spcPts val="0"/>
              </a:spcBef>
              <a:spcAft>
                <a:spcPts val="0"/>
              </a:spcAft>
              <a:buNone/>
            </a:pPr>
            <a:r>
              <a:rPr lang="en" sz="1200">
                <a:solidFill>
                  <a:schemeClr val="dk1"/>
                </a:solidFill>
                <a:latin typeface="Archivo"/>
                <a:ea typeface="Archivo"/>
                <a:cs typeface="Archivo"/>
                <a:sym typeface="Archivo"/>
              </a:rPr>
              <a:t>for diverse campus needs.</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 USD 37 (2023)</a:t>
            </a:r>
            <a:endParaRPr sz="1200">
              <a:solidFill>
                <a:schemeClr val="dk1"/>
              </a:solidFill>
              <a:latin typeface="Archivo"/>
              <a:ea typeface="Archivo"/>
              <a:cs typeface="Archivo"/>
              <a:sym typeface="Archivo"/>
            </a:endParaRPr>
          </a:p>
          <a:p>
            <a:pPr indent="-304800" lvl="1" marL="914400" rtl="0" algn="l">
              <a:spcBef>
                <a:spcPts val="0"/>
              </a:spcBef>
              <a:spcAft>
                <a:spcPts val="0"/>
              </a:spcAft>
              <a:buClr>
                <a:schemeClr val="dk1"/>
              </a:buClr>
              <a:buSzPts val="1200"/>
              <a:buFont typeface="Archivo"/>
              <a:buChar char="○"/>
            </a:pPr>
            <a:r>
              <a:rPr lang="en" sz="1200">
                <a:solidFill>
                  <a:schemeClr val="dk1"/>
                </a:solidFill>
                <a:latin typeface="Archivo"/>
                <a:ea typeface="Archivo"/>
                <a:cs typeface="Archivo"/>
                <a:sym typeface="Archivo"/>
              </a:rPr>
              <a:t>Growing at 18% CAGR through 2030</a:t>
            </a:r>
            <a:endParaRPr sz="1200">
              <a:solidFill>
                <a:schemeClr val="dk1"/>
              </a:solidFill>
              <a:latin typeface="Archivo"/>
              <a:ea typeface="Archivo"/>
              <a:cs typeface="Archivo"/>
              <a:sym typeface="Archivo"/>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7" name="Shape 1027"/>
        <p:cNvGrpSpPr/>
        <p:nvPr/>
      </p:nvGrpSpPr>
      <p:grpSpPr>
        <a:xfrm>
          <a:off x="0" y="0"/>
          <a:ext cx="0" cy="0"/>
          <a:chOff x="0" y="0"/>
          <a:chExt cx="0" cy="0"/>
        </a:xfrm>
      </p:grpSpPr>
      <p:sp>
        <p:nvSpPr>
          <p:cNvPr id="1028" name="Google Shape;1028;p42"/>
          <p:cNvSpPr txBox="1"/>
          <p:nvPr>
            <p:ph type="title"/>
          </p:nvPr>
        </p:nvSpPr>
        <p:spPr>
          <a:xfrm>
            <a:off x="1269900" y="1959000"/>
            <a:ext cx="6604200" cy="1225500"/>
          </a:xfrm>
          <a:prstGeom prst="rect">
            <a:avLst/>
          </a:prstGeom>
        </p:spPr>
        <p:txBody>
          <a:bodyPr anchorCtr="0" anchor="b" bIns="91425" lIns="91425" spcFirstLastPara="1" rIns="91425" wrap="square" tIns="91425">
            <a:noAutofit/>
          </a:bodyPr>
          <a:lstStyle/>
          <a:p>
            <a:pPr indent="0" lvl="0" marL="0" rtl="0" algn="ctr">
              <a:spcBef>
                <a:spcPts val="0"/>
              </a:spcBef>
              <a:spcAft>
                <a:spcPts val="0"/>
              </a:spcAft>
              <a:buNone/>
            </a:pPr>
            <a:r>
              <a:rPr lang="en"/>
              <a:t>THANK YOU!</a:t>
            </a:r>
            <a:endParaRPr/>
          </a:p>
        </p:txBody>
      </p:sp>
      <p:sp>
        <p:nvSpPr>
          <p:cNvPr id="1029" name="Google Shape;1029;p42"/>
          <p:cNvSpPr txBox="1"/>
          <p:nvPr/>
        </p:nvSpPr>
        <p:spPr>
          <a:xfrm>
            <a:off x="2496150" y="4125850"/>
            <a:ext cx="4151700" cy="2604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1200">
                <a:solidFill>
                  <a:schemeClr val="dk1"/>
                </a:solidFill>
                <a:latin typeface="Archivo"/>
                <a:ea typeface="Archivo"/>
                <a:cs typeface="Archivo"/>
                <a:sym typeface="Archivo"/>
              </a:rPr>
              <a:t>Please keep this slide for attribution</a:t>
            </a:r>
            <a:endParaRPr sz="1200">
              <a:solidFill>
                <a:schemeClr val="dk1"/>
              </a:solidFill>
              <a:latin typeface="Archivo"/>
              <a:ea typeface="Archivo"/>
              <a:cs typeface="Archivo"/>
              <a:sym typeface="Archivo"/>
            </a:endParaRPr>
          </a:p>
        </p:txBody>
      </p:sp>
    </p:spTree>
  </p:cSld>
  <p:clrMapOvr>
    <a:masterClrMapping/>
  </p:clrMapOvr>
</p:sld>
</file>

<file path=ppt/theme/theme1.xml><?xml version="1.0" encoding="utf-8"?>
<a:theme xmlns:a="http://schemas.openxmlformats.org/drawingml/2006/main" xmlns:r="http://schemas.openxmlformats.org/officeDocument/2006/relationships" name="Aesthetic Tech Theme by Slidesgo">
  <a:themeElements>
    <a:clrScheme name="Simple Light">
      <a:dk1>
        <a:srgbClr val="FFFFFF"/>
      </a:dk1>
      <a:lt1>
        <a:srgbClr val="00001C"/>
      </a:lt1>
      <a:dk2>
        <a:srgbClr val="061041"/>
      </a:dk2>
      <a:lt2>
        <a:srgbClr val="006EFF"/>
      </a:lt2>
      <a:accent1>
        <a:srgbClr val="2C2CC5"/>
      </a:accent1>
      <a:accent2>
        <a:srgbClr val="1212A5"/>
      </a:accent2>
      <a:accent3>
        <a:srgbClr val="FFFFFF"/>
      </a:accent3>
      <a:accent4>
        <a:srgbClr val="FFFFFF"/>
      </a:accent4>
      <a:accent5>
        <a:srgbClr val="FFFFFF"/>
      </a:accent5>
      <a:accent6>
        <a:srgbClr val="FFFFFF"/>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